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53" dt="2026-09-26T11:28:43.710"/>
    <p1510:client id="{0F5F4A1B-8E1A-B9A1-ECDC-D084DFA47517}" v="726" dt="2026-09-26T12:47:54.808"/>
    <p1510:client id="{43F6A46C-478E-5CAD-6C31-A61F3CD49ECB}" v="930" dt="2026-09-26T10:02:39.0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idhi Jain" userId="S::paridhi.jain.2024@sse.ac.in::37330494-d85a-497e-825c-b4ac8cabcfd4" providerId="AD" clId="Web-{43F6A46C-478E-5CAD-6C31-A61F3CD49ECB}"/>
    <pc:docChg chg="addSld modSld">
      <pc:chgData name="Paridhi Jain" userId="S::paridhi.jain.2024@sse.ac.in::37330494-d85a-497e-825c-b4ac8cabcfd4" providerId="AD" clId="Web-{43F6A46C-478E-5CAD-6C31-A61F3CD49ECB}" dt="2026-09-26T10:02:39.045" v="737" actId="1076"/>
      <pc:docMkLst>
        <pc:docMk/>
      </pc:docMkLst>
      <pc:sldChg chg="addSp delSp modSp">
        <pc:chgData name="Paridhi Jain" userId="S::paridhi.jain.2024@sse.ac.in::37330494-d85a-497e-825c-b4ac8cabcfd4" providerId="AD" clId="Web-{43F6A46C-478E-5CAD-6C31-A61F3CD49ECB}" dt="2026-09-26T08:55:03.633" v="362" actId="20577"/>
        <pc:sldMkLst>
          <pc:docMk/>
          <pc:sldMk cId="109857222" sldId="256"/>
        </pc:sldMkLst>
        <pc:spChg chg="del">
          <ac:chgData name="Paridhi Jain" userId="S::paridhi.jain.2024@sse.ac.in::37330494-d85a-497e-825c-b4ac8cabcfd4" providerId="AD" clId="Web-{43F6A46C-478E-5CAD-6C31-A61F3CD49ECB}" dt="2026-09-26T08:08:26.864" v="1"/>
          <ac:spMkLst>
            <pc:docMk/>
            <pc:sldMk cId="109857222" sldId="256"/>
            <ac:spMk id="2" creationId="{00000000-0000-0000-0000-000000000000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9:53.698" v="331" actId="1076"/>
          <ac:spMkLst>
            <pc:docMk/>
            <pc:sldMk cId="109857222" sldId="256"/>
            <ac:spMk id="2" creationId="{119AF9F1-8CF0-A8D7-B56C-22E9AFC3E3AB}"/>
          </ac:spMkLst>
        </pc:spChg>
        <pc:spChg chg="del">
          <ac:chgData name="Paridhi Jain" userId="S::paridhi.jain.2024@sse.ac.in::37330494-d85a-497e-825c-b4ac8cabcfd4" providerId="AD" clId="Web-{43F6A46C-478E-5CAD-6C31-A61F3CD49ECB}" dt="2026-09-26T08:08:26.864" v="0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55:03.633" v="362" actId="20577"/>
          <ac:spMkLst>
            <pc:docMk/>
            <pc:sldMk cId="109857222" sldId="256"/>
            <ac:spMk id="4" creationId="{2C1BB33E-FED4-C842-F326-6A3E84B9A76E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19:17.867" v="143" actId="20577"/>
          <ac:spMkLst>
            <pc:docMk/>
            <pc:sldMk cId="109857222" sldId="256"/>
            <ac:spMk id="7" creationId="{F2486715-5B5F-FA51-8BB9-2509EB714EA1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19:24.632" v="144" actId="20577"/>
          <ac:spMkLst>
            <pc:docMk/>
            <pc:sldMk cId="109857222" sldId="256"/>
            <ac:spMk id="8" creationId="{9BEE0992-9CEE-C70C-1403-DC793A2D11A1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8:20.995" v="306" actId="14100"/>
          <ac:spMkLst>
            <pc:docMk/>
            <pc:sldMk cId="109857222" sldId="256"/>
            <ac:spMk id="9" creationId="{E9AA9039-9115-E5F4-0276-A653123BBF65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8:21.011" v="307" actId="14100"/>
          <ac:spMkLst>
            <pc:docMk/>
            <pc:sldMk cId="109857222" sldId="256"/>
            <ac:spMk id="10" creationId="{D0A53433-5E22-66B2-C8D3-021DE199BA38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8:21.026" v="308" actId="14100"/>
          <ac:spMkLst>
            <pc:docMk/>
            <pc:sldMk cId="109857222" sldId="256"/>
            <ac:spMk id="11" creationId="{DBA26F09-6D54-8A7B-4C09-A84B21FA0FE5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8:31.917" v="310" actId="1076"/>
          <ac:spMkLst>
            <pc:docMk/>
            <pc:sldMk cId="109857222" sldId="256"/>
            <ac:spMk id="12" creationId="{7C93173A-1094-7033-3CF8-EFA5B79B5058}"/>
          </ac:spMkLst>
        </pc:spChg>
        <pc:spChg chg="add del mod">
          <ac:chgData name="Paridhi Jain" userId="S::paridhi.jain.2024@sse.ac.in::37330494-d85a-497e-825c-b4ac8cabcfd4" providerId="AD" clId="Web-{43F6A46C-478E-5CAD-6C31-A61F3CD49ECB}" dt="2026-09-26T08:43:30.482" v="241"/>
          <ac:spMkLst>
            <pc:docMk/>
            <pc:sldMk cId="109857222" sldId="256"/>
            <ac:spMk id="13" creationId="{B950C9E0-6F25-4BD2-63AB-729218FB3444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9:48.416" v="327" actId="1076"/>
          <ac:spMkLst>
            <pc:docMk/>
            <pc:sldMk cId="109857222" sldId="256"/>
            <ac:spMk id="14" creationId="{723D817D-EE32-B574-CE62-3B5C4A132CCD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9:48.432" v="328" actId="1076"/>
          <ac:spMkLst>
            <pc:docMk/>
            <pc:sldMk cId="109857222" sldId="256"/>
            <ac:spMk id="15" creationId="{BFC2E9AD-37AB-2540-6D8C-F393DD162C9D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9:48.448" v="329" actId="1076"/>
          <ac:spMkLst>
            <pc:docMk/>
            <pc:sldMk cId="109857222" sldId="256"/>
            <ac:spMk id="16" creationId="{6C2BF8F7-DC87-0F83-6874-19E4DCC9EAB2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49:48.463" v="330" actId="1076"/>
          <ac:spMkLst>
            <pc:docMk/>
            <pc:sldMk cId="109857222" sldId="256"/>
            <ac:spMk id="17" creationId="{383B2647-2494-15BA-E3B6-5871BE029753}"/>
          </ac:spMkLst>
        </pc:spChg>
        <pc:picChg chg="add mod">
          <ac:chgData name="Paridhi Jain" userId="S::paridhi.jain.2024@sse.ac.in::37330494-d85a-497e-825c-b4ac8cabcfd4" providerId="AD" clId="Web-{43F6A46C-478E-5CAD-6C31-A61F3CD49ECB}" dt="2026-09-26T08:11:57.835" v="40" actId="1076"/>
          <ac:picMkLst>
            <pc:docMk/>
            <pc:sldMk cId="109857222" sldId="256"/>
            <ac:picMk id="5" creationId="{89B076D6-96F2-7E07-D6BF-483A479BC335}"/>
          </ac:picMkLst>
        </pc:picChg>
        <pc:cxnChg chg="add mod">
          <ac:chgData name="Paridhi Jain" userId="S::paridhi.jain.2024@sse.ac.in::37330494-d85a-497e-825c-b4ac8cabcfd4" providerId="AD" clId="Web-{43F6A46C-478E-5CAD-6C31-A61F3CD49ECB}" dt="2026-09-26T08:53:50.633" v="340" actId="1076"/>
          <ac:cxnSpMkLst>
            <pc:docMk/>
            <pc:sldMk cId="109857222" sldId="256"/>
            <ac:cxnSpMk id="3" creationId="{80DF6A39-DE8E-6DC8-7C32-5F491B8D6845}"/>
          </ac:cxnSpMkLst>
        </pc:cxnChg>
        <pc:cxnChg chg="add del">
          <ac:chgData name="Paridhi Jain" userId="S::paridhi.jain.2024@sse.ac.in::37330494-d85a-497e-825c-b4ac8cabcfd4" providerId="AD" clId="Web-{43F6A46C-478E-5CAD-6C31-A61F3CD49ECB}" dt="2026-09-26T08:12:25.741" v="42"/>
          <ac:cxnSpMkLst>
            <pc:docMk/>
            <pc:sldMk cId="109857222" sldId="256"/>
            <ac:cxnSpMk id="6" creationId="{37919CFB-3CEB-2393-A7B6-E4976FD552EB}"/>
          </ac:cxnSpMkLst>
        </pc:cxnChg>
        <pc:cxnChg chg="add mod">
          <ac:chgData name="Paridhi Jain" userId="S::paridhi.jain.2024@sse.ac.in::37330494-d85a-497e-825c-b4ac8cabcfd4" providerId="AD" clId="Web-{43F6A46C-478E-5CAD-6C31-A61F3CD49ECB}" dt="2026-09-26T08:54:02.352" v="343" actId="1076"/>
          <ac:cxnSpMkLst>
            <pc:docMk/>
            <pc:sldMk cId="109857222" sldId="256"/>
            <ac:cxnSpMk id="6" creationId="{9664A8EE-0202-CB6D-EC38-1AD114EC6822}"/>
          </ac:cxnSpMkLst>
        </pc:cxnChg>
      </pc:sldChg>
      <pc:sldChg chg="addSp delSp modSp new">
        <pc:chgData name="Paridhi Jain" userId="S::paridhi.jain.2024@sse.ac.in::37330494-d85a-497e-825c-b4ac8cabcfd4" providerId="AD" clId="Web-{43F6A46C-478E-5CAD-6C31-A61F3CD49ECB}" dt="2026-09-26T10:02:39.045" v="737" actId="1076"/>
        <pc:sldMkLst>
          <pc:docMk/>
          <pc:sldMk cId="1140221516" sldId="257"/>
        </pc:sldMkLst>
        <pc:spChg chg="del">
          <ac:chgData name="Paridhi Jain" userId="S::paridhi.jain.2024@sse.ac.in::37330494-d85a-497e-825c-b4ac8cabcfd4" providerId="AD" clId="Web-{43F6A46C-478E-5CAD-6C31-A61F3CD49ECB}" dt="2026-09-26T08:54:24.883" v="346"/>
          <ac:spMkLst>
            <pc:docMk/>
            <pc:sldMk cId="1140221516" sldId="257"/>
            <ac:spMk id="2" creationId="{4D693F4D-2D7D-43C9-B467-CC6247D1A983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10:01:54.981" v="732" actId="1076"/>
          <ac:spMkLst>
            <pc:docMk/>
            <pc:sldMk cId="1140221516" sldId="257"/>
            <ac:spMk id="2" creationId="{F2EB76EB-9179-D18D-C833-831B7C2CAFE2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10:02:06.076" v="735" actId="1076"/>
          <ac:spMkLst>
            <pc:docMk/>
            <pc:sldMk cId="1140221516" sldId="257"/>
            <ac:spMk id="3" creationId="{14181FBB-5254-A79B-723F-00CD006EBF18}"/>
          </ac:spMkLst>
        </pc:spChg>
        <pc:spChg chg="del">
          <ac:chgData name="Paridhi Jain" userId="S::paridhi.jain.2024@sse.ac.in::37330494-d85a-497e-825c-b4ac8cabcfd4" providerId="AD" clId="Web-{43F6A46C-478E-5CAD-6C31-A61F3CD49ECB}" dt="2026-09-26T08:54:24.883" v="345"/>
          <ac:spMkLst>
            <pc:docMk/>
            <pc:sldMk cId="1140221516" sldId="257"/>
            <ac:spMk id="3" creationId="{4D1662D0-5A06-0934-112F-61EAC64E96B2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10:01:59.169" v="733" actId="1076"/>
          <ac:spMkLst>
            <pc:docMk/>
            <pc:sldMk cId="1140221516" sldId="257"/>
            <ac:spMk id="4" creationId="{43996B7D-661A-03EA-5F40-4713C8651562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55:21.742" v="379" actId="20577"/>
          <ac:spMkLst>
            <pc:docMk/>
            <pc:sldMk cId="1140221516" sldId="257"/>
            <ac:spMk id="5" creationId="{AF218774-1B87-133A-F502-7DB34EA5023F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10:02:03.060" v="734" actId="1076"/>
          <ac:spMkLst>
            <pc:docMk/>
            <pc:sldMk cId="1140221516" sldId="257"/>
            <ac:spMk id="6" creationId="{6E7AC58E-4B97-EBF5-C923-58ED9D11F8F8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10:02:08.966" v="736" actId="1076"/>
          <ac:spMkLst>
            <pc:docMk/>
            <pc:sldMk cId="1140221516" sldId="257"/>
            <ac:spMk id="8" creationId="{C7D6D1D6-18A5-4416-FF6C-41FC4B07247B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56:09.148" v="385"/>
          <ac:spMkLst>
            <pc:docMk/>
            <pc:sldMk cId="1140221516" sldId="257"/>
            <ac:spMk id="9" creationId="{4688FEAC-9AA7-F3FE-A148-8147211407F6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8:56:48.882" v="395" actId="20577"/>
          <ac:spMkLst>
            <pc:docMk/>
            <pc:sldMk cId="1140221516" sldId="257"/>
            <ac:spMk id="11" creationId="{96ED9B68-A769-63CD-AC50-40A2406C3742}"/>
          </ac:spMkLst>
        </pc:spChg>
        <pc:spChg chg="add del mod">
          <ac:chgData name="Paridhi Jain" userId="S::paridhi.jain.2024@sse.ac.in::37330494-d85a-497e-825c-b4ac8cabcfd4" providerId="AD" clId="Web-{43F6A46C-478E-5CAD-6C31-A61F3CD49ECB}" dt="2026-09-26T09:01:19.349" v="421"/>
          <ac:spMkLst>
            <pc:docMk/>
            <pc:sldMk cId="1140221516" sldId="257"/>
            <ac:spMk id="13" creationId="{97CFFF8E-DDEF-D222-EBC2-91057531F164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10:02:39.045" v="737" actId="1076"/>
          <ac:spMkLst>
            <pc:docMk/>
            <pc:sldMk cId="1140221516" sldId="257"/>
            <ac:spMk id="14" creationId="{78CDF618-E661-5848-0F58-EBFBD48399BE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9:58:25.284" v="699" actId="1076"/>
          <ac:spMkLst>
            <pc:docMk/>
            <pc:sldMk cId="1140221516" sldId="257"/>
            <ac:spMk id="18" creationId="{2F626017-4158-1AD6-5948-CFEDBF667F17}"/>
          </ac:spMkLst>
        </pc:spChg>
        <pc:spChg chg="add mod">
          <ac:chgData name="Paridhi Jain" userId="S::paridhi.jain.2024@sse.ac.in::37330494-d85a-497e-825c-b4ac8cabcfd4" providerId="AD" clId="Web-{43F6A46C-478E-5CAD-6C31-A61F3CD49ECB}" dt="2026-09-26T09:58:25.316" v="700" actId="1076"/>
          <ac:spMkLst>
            <pc:docMk/>
            <pc:sldMk cId="1140221516" sldId="257"/>
            <ac:spMk id="19" creationId="{E1B488FF-3828-F2D3-4AB8-3B31F5EC32E8}"/>
          </ac:spMkLst>
        </pc:spChg>
        <pc:graphicFrameChg chg="add mod modGraphic">
          <ac:chgData name="Paridhi Jain" userId="S::paridhi.jain.2024@sse.ac.in::37330494-d85a-497e-825c-b4ac8cabcfd4" providerId="AD" clId="Web-{43F6A46C-478E-5CAD-6C31-A61F3CD49ECB}" dt="2026-09-26T09:56:52.344" v="674" actId="1076"/>
          <ac:graphicFrameMkLst>
            <pc:docMk/>
            <pc:sldMk cId="1140221516" sldId="257"/>
            <ac:graphicFrameMk id="12" creationId="{34E30C05-93F3-1BCB-6299-EDA1497D1384}"/>
          </ac:graphicFrameMkLst>
        </pc:graphicFrameChg>
        <pc:picChg chg="add">
          <ac:chgData name="Paridhi Jain" userId="S::paridhi.jain.2024@sse.ac.in::37330494-d85a-497e-825c-b4ac8cabcfd4" providerId="AD" clId="Web-{43F6A46C-478E-5CAD-6C31-A61F3CD49ECB}" dt="2026-09-26T08:54:32.477" v="348"/>
          <ac:picMkLst>
            <pc:docMk/>
            <pc:sldMk cId="1140221516" sldId="257"/>
            <ac:picMk id="7" creationId="{D3736601-8E6E-61FA-F62D-0E57F0839FE4}"/>
          </ac:picMkLst>
        </pc:picChg>
        <pc:cxnChg chg="add mod">
          <ac:chgData name="Paridhi Jain" userId="S::paridhi.jain.2024@sse.ac.in::37330494-d85a-497e-825c-b4ac8cabcfd4" providerId="AD" clId="Web-{43F6A46C-478E-5CAD-6C31-A61F3CD49ECB}" dt="2026-09-26T09:50:45.753" v="590"/>
          <ac:cxnSpMkLst>
            <pc:docMk/>
            <pc:sldMk cId="1140221516" sldId="257"/>
            <ac:cxnSpMk id="10" creationId="{8204BDA9-9888-C594-66CB-999FA92B6558}"/>
          </ac:cxnSpMkLst>
        </pc:cxnChg>
        <pc:cxnChg chg="add mod">
          <ac:chgData name="Paridhi Jain" userId="S::paridhi.jain.2024@sse.ac.in::37330494-d85a-497e-825c-b4ac8cabcfd4" providerId="AD" clId="Web-{43F6A46C-478E-5CAD-6C31-A61F3CD49ECB}" dt="2026-09-26T09:51:04.613" v="592"/>
          <ac:cxnSpMkLst>
            <pc:docMk/>
            <pc:sldMk cId="1140221516" sldId="257"/>
            <ac:cxnSpMk id="13" creationId="{B6423DD1-7140-3515-1337-3CF8D98546EE}"/>
          </ac:cxnSpMkLst>
        </pc:cxnChg>
        <pc:cxnChg chg="add mod">
          <ac:chgData name="Paridhi Jain" userId="S::paridhi.jain.2024@sse.ac.in::37330494-d85a-497e-825c-b4ac8cabcfd4" providerId="AD" clId="Web-{43F6A46C-478E-5CAD-6C31-A61F3CD49ECB}" dt="2026-09-26T09:51:17.988" v="594"/>
          <ac:cxnSpMkLst>
            <pc:docMk/>
            <pc:sldMk cId="1140221516" sldId="257"/>
            <ac:cxnSpMk id="15" creationId="{3965A70C-AE50-48C7-2BF7-2A34436555A4}"/>
          </ac:cxnSpMkLst>
        </pc:cxnChg>
        <pc:cxnChg chg="add mod">
          <ac:chgData name="Paridhi Jain" userId="S::paridhi.jain.2024@sse.ac.in::37330494-d85a-497e-825c-b4ac8cabcfd4" providerId="AD" clId="Web-{43F6A46C-478E-5CAD-6C31-A61F3CD49ECB}" dt="2026-09-26T09:51:40.724" v="597"/>
          <ac:cxnSpMkLst>
            <pc:docMk/>
            <pc:sldMk cId="1140221516" sldId="257"/>
            <ac:cxnSpMk id="16" creationId="{AFA91469-DF9C-A7E4-198D-D1A66EDC4C7C}"/>
          </ac:cxnSpMkLst>
        </pc:cxnChg>
        <pc:cxnChg chg="add mod">
          <ac:chgData name="Paridhi Jain" userId="S::paridhi.jain.2024@sse.ac.in::37330494-d85a-497e-825c-b4ac8cabcfd4" providerId="AD" clId="Web-{43F6A46C-478E-5CAD-6C31-A61F3CD49ECB}" dt="2026-09-26T09:52:24.616" v="602" actId="1076"/>
          <ac:cxnSpMkLst>
            <pc:docMk/>
            <pc:sldMk cId="1140221516" sldId="257"/>
            <ac:cxnSpMk id="17" creationId="{4C6150D4-0417-07B2-F2C0-668CE155B2B3}"/>
          </ac:cxnSpMkLst>
        </pc:cxnChg>
      </pc:sldChg>
    </pc:docChg>
  </pc:docChgLst>
  <pc:docChgLst>
    <pc:chgData name="Paridhi Jain" userId="S::paridhi.jain.2024@sse.ac.in::37330494-d85a-497e-825c-b4ac8cabcfd4" providerId="AD" clId="Web-{00000000-0000-0000-0000-000000000000}"/>
    <pc:docChg chg="addSld modSld">
      <pc:chgData name="Paridhi Jain" userId="S::paridhi.jain.2024@sse.ac.in::37330494-d85a-497e-825c-b4ac8cabcfd4" providerId="AD" clId="Web-{00000000-0000-0000-0000-000000000000}" dt="2026-09-26T11:28:43.710" v="706" actId="20577"/>
      <pc:docMkLst>
        <pc:docMk/>
      </pc:docMkLst>
      <pc:sldChg chg="modSp">
        <pc:chgData name="Paridhi Jain" userId="S::paridhi.jain.2024@sse.ac.in::37330494-d85a-497e-825c-b4ac8cabcfd4" providerId="AD" clId="Web-{00000000-0000-0000-0000-000000000000}" dt="2026-09-26T10:04:48.366" v="16" actId="1076"/>
        <pc:sldMkLst>
          <pc:docMk/>
          <pc:sldMk cId="1140221516" sldId="257"/>
        </pc:sldMkLst>
        <pc:spChg chg="mod">
          <ac:chgData name="Paridhi Jain" userId="S::paridhi.jain.2024@sse.ac.in::37330494-d85a-497e-825c-b4ac8cabcfd4" providerId="AD" clId="Web-{00000000-0000-0000-0000-000000000000}" dt="2026-09-26T10:04:35.991" v="12" actId="1076"/>
          <ac:spMkLst>
            <pc:docMk/>
            <pc:sldMk cId="1140221516" sldId="257"/>
            <ac:spMk id="2" creationId="{F2EB76EB-9179-D18D-C833-831B7C2CAFE2}"/>
          </ac:spMkLst>
        </pc:spChg>
        <pc:spChg chg="mod">
          <ac:chgData name="Paridhi Jain" userId="S::paridhi.jain.2024@sse.ac.in::37330494-d85a-497e-825c-b4ac8cabcfd4" providerId="AD" clId="Web-{00000000-0000-0000-0000-000000000000}" dt="2026-09-26T10:04:31.444" v="11" actId="1076"/>
          <ac:spMkLst>
            <pc:docMk/>
            <pc:sldMk cId="1140221516" sldId="257"/>
            <ac:spMk id="14" creationId="{78CDF618-E661-5848-0F58-EBFBD48399BE}"/>
          </ac:spMkLst>
        </pc:spChg>
        <pc:cxnChg chg="mod">
          <ac:chgData name="Paridhi Jain" userId="S::paridhi.jain.2024@sse.ac.in::37330494-d85a-497e-825c-b4ac8cabcfd4" providerId="AD" clId="Web-{00000000-0000-0000-0000-000000000000}" dt="2026-09-26T10:03:09.135" v="2" actId="1076"/>
          <ac:cxnSpMkLst>
            <pc:docMk/>
            <pc:sldMk cId="1140221516" sldId="257"/>
            <ac:cxnSpMk id="10" creationId="{8204BDA9-9888-C594-66CB-999FA92B6558}"/>
          </ac:cxnSpMkLst>
        </pc:cxnChg>
        <pc:cxnChg chg="mod">
          <ac:chgData name="Paridhi Jain" userId="S::paridhi.jain.2024@sse.ac.in::37330494-d85a-497e-825c-b4ac8cabcfd4" providerId="AD" clId="Web-{00000000-0000-0000-0000-000000000000}" dt="2026-09-26T10:03:05.119" v="1" actId="14100"/>
          <ac:cxnSpMkLst>
            <pc:docMk/>
            <pc:sldMk cId="1140221516" sldId="257"/>
            <ac:cxnSpMk id="13" creationId="{B6423DD1-7140-3515-1337-3CF8D98546EE}"/>
          </ac:cxnSpMkLst>
        </pc:cxnChg>
        <pc:cxnChg chg="mod">
          <ac:chgData name="Paridhi Jain" userId="S::paridhi.jain.2024@sse.ac.in::37330494-d85a-497e-825c-b4ac8cabcfd4" providerId="AD" clId="Web-{00000000-0000-0000-0000-000000000000}" dt="2026-09-26T10:04:42.429" v="14" actId="1076"/>
          <ac:cxnSpMkLst>
            <pc:docMk/>
            <pc:sldMk cId="1140221516" sldId="257"/>
            <ac:cxnSpMk id="15" creationId="{3965A70C-AE50-48C7-2BF7-2A34436555A4}"/>
          </ac:cxnSpMkLst>
        </pc:cxnChg>
        <pc:cxnChg chg="mod">
          <ac:chgData name="Paridhi Jain" userId="S::paridhi.jain.2024@sse.ac.in::37330494-d85a-497e-825c-b4ac8cabcfd4" providerId="AD" clId="Web-{00000000-0000-0000-0000-000000000000}" dt="2026-09-26T10:04:48.366" v="16" actId="1076"/>
          <ac:cxnSpMkLst>
            <pc:docMk/>
            <pc:sldMk cId="1140221516" sldId="257"/>
            <ac:cxnSpMk id="16" creationId="{AFA91469-DF9C-A7E4-198D-D1A66EDC4C7C}"/>
          </ac:cxnSpMkLst>
        </pc:cxnChg>
        <pc:cxnChg chg="mod">
          <ac:chgData name="Paridhi Jain" userId="S::paridhi.jain.2024@sse.ac.in::37330494-d85a-497e-825c-b4ac8cabcfd4" providerId="AD" clId="Web-{00000000-0000-0000-0000-000000000000}" dt="2026-09-26T10:04:26.335" v="10" actId="1076"/>
          <ac:cxnSpMkLst>
            <pc:docMk/>
            <pc:sldMk cId="1140221516" sldId="257"/>
            <ac:cxnSpMk id="17" creationId="{4C6150D4-0417-07B2-F2C0-668CE155B2B3}"/>
          </ac:cxnSpMkLst>
        </pc:cxnChg>
      </pc:sldChg>
      <pc:sldChg chg="addSp delSp modSp new">
        <pc:chgData name="Paridhi Jain" userId="S::paridhi.jain.2024@sse.ac.in::37330494-d85a-497e-825c-b4ac8cabcfd4" providerId="AD" clId="Web-{00000000-0000-0000-0000-000000000000}" dt="2026-09-26T10:37:01.933" v="196" actId="20577"/>
        <pc:sldMkLst>
          <pc:docMk/>
          <pc:sldMk cId="1231961206" sldId="258"/>
        </pc:sldMkLst>
        <pc:spChg chg="del">
          <ac:chgData name="Paridhi Jain" userId="S::paridhi.jain.2024@sse.ac.in::37330494-d85a-497e-825c-b4ac8cabcfd4" providerId="AD" clId="Web-{00000000-0000-0000-0000-000000000000}" dt="2026-09-26T10:05:10.695" v="19"/>
          <ac:spMkLst>
            <pc:docMk/>
            <pc:sldMk cId="1231961206" sldId="258"/>
            <ac:spMk id="2" creationId="{5F0BA992-1B37-5E7A-33E7-E32848FAE919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36:03.744" v="194" actId="1076"/>
          <ac:spMkLst>
            <pc:docMk/>
            <pc:sldMk cId="1231961206" sldId="258"/>
            <ac:spMk id="2" creationId="{D19E1C4E-A394-1D22-F571-B70BA1A44EBB}"/>
          </ac:spMkLst>
        </pc:spChg>
        <pc:spChg chg="del">
          <ac:chgData name="Paridhi Jain" userId="S::paridhi.jain.2024@sse.ac.in::37330494-d85a-497e-825c-b4ac8cabcfd4" providerId="AD" clId="Web-{00000000-0000-0000-0000-000000000000}" dt="2026-09-26T10:05:10.695" v="18"/>
          <ac:spMkLst>
            <pc:docMk/>
            <pc:sldMk cId="1231961206" sldId="258"/>
            <ac:spMk id="3" creationId="{00F57618-A4EA-B8B9-0567-F4967B053A65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37:01.933" v="196" actId="20577"/>
          <ac:spMkLst>
            <pc:docMk/>
            <pc:sldMk cId="1231961206" sldId="258"/>
            <ac:spMk id="5" creationId="{C9F77D15-B790-4880-0778-709775AFDC7A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06:45.947" v="40" actId="20577"/>
          <ac:spMkLst>
            <pc:docMk/>
            <pc:sldMk cId="1231961206" sldId="258"/>
            <ac:spMk id="9" creationId="{C9CCE279-A437-09CB-AA7C-C10FDCFE8BE5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07:37.902" v="48" actId="14100"/>
          <ac:spMkLst>
            <pc:docMk/>
            <pc:sldMk cId="1231961206" sldId="258"/>
            <ac:spMk id="11" creationId="{4BF75BF6-35B4-CE8E-E265-A7B90D0F0488}"/>
          </ac:spMkLst>
        </pc:spChg>
        <pc:spChg chg="add del">
          <ac:chgData name="Paridhi Jain" userId="S::paridhi.jain.2024@sse.ac.in::37330494-d85a-497e-825c-b4ac8cabcfd4" providerId="AD" clId="Web-{00000000-0000-0000-0000-000000000000}" dt="2026-09-26T10:05:44.805" v="25"/>
          <ac:spMkLst>
            <pc:docMk/>
            <pc:sldMk cId="1231961206" sldId="258"/>
            <ac:spMk id="13" creationId="{92E843D1-2DF1-C5DA-C05D-E7E5B25B6E5A}"/>
          </ac:spMkLst>
        </pc:spChg>
        <pc:graphicFrameChg chg="add del mod modGraphic">
          <ac:chgData name="Paridhi Jain" userId="S::paridhi.jain.2024@sse.ac.in::37330494-d85a-497e-825c-b4ac8cabcfd4" providerId="AD" clId="Web-{00000000-0000-0000-0000-000000000000}" dt="2026-09-26T10:35:16.056" v="178"/>
          <ac:graphicFrameMkLst>
            <pc:docMk/>
            <pc:sldMk cId="1231961206" sldId="258"/>
            <ac:graphicFrameMk id="4" creationId="{13475F6A-6221-9B03-21E8-5C296214EEFF}"/>
          </ac:graphicFrameMkLst>
        </pc:graphicFrameChg>
        <pc:graphicFrameChg chg="add del mod">
          <ac:chgData name="Paridhi Jain" userId="S::paridhi.jain.2024@sse.ac.in::37330494-d85a-497e-825c-b4ac8cabcfd4" providerId="AD" clId="Web-{00000000-0000-0000-0000-000000000000}" dt="2026-09-26T10:27:30.196" v="138"/>
          <ac:graphicFrameMkLst>
            <pc:docMk/>
            <pc:sldMk cId="1231961206" sldId="258"/>
            <ac:graphicFrameMk id="6" creationId="{981BC85E-D7B7-2594-B69C-02495E84BB7D}"/>
          </ac:graphicFrameMkLst>
        </pc:graphicFrameChg>
        <pc:graphicFrameChg chg="add del mod">
          <ac:chgData name="Paridhi Jain" userId="S::paridhi.jain.2024@sse.ac.in::37330494-d85a-497e-825c-b4ac8cabcfd4" providerId="AD" clId="Web-{00000000-0000-0000-0000-000000000000}" dt="2026-09-26T10:27:46.509" v="140"/>
          <ac:graphicFrameMkLst>
            <pc:docMk/>
            <pc:sldMk cId="1231961206" sldId="258"/>
            <ac:graphicFrameMk id="8" creationId="{B40D30D1-345C-6B2F-CDD1-33C624DD13D8}"/>
          </ac:graphicFrameMkLst>
        </pc:graphicFrameChg>
        <pc:graphicFrameChg chg="add mod topLvl modGraphic">
          <ac:chgData name="Paridhi Jain" userId="S::paridhi.jain.2024@sse.ac.in::37330494-d85a-497e-825c-b4ac8cabcfd4" providerId="AD" clId="Web-{00000000-0000-0000-0000-000000000000}" dt="2026-09-26T10:35:58.119" v="193"/>
          <ac:graphicFrameMkLst>
            <pc:docMk/>
            <pc:sldMk cId="1231961206" sldId="258"/>
            <ac:graphicFrameMk id="10" creationId="{C332D041-80D0-752E-E771-1D331EEEFBCD}"/>
          </ac:graphicFrameMkLst>
        </pc:graphicFrameChg>
        <pc:graphicFrameChg chg="add mod modGraphic">
          <ac:chgData name="Paridhi Jain" userId="S::paridhi.jain.2024@sse.ac.in::37330494-d85a-497e-825c-b4ac8cabcfd4" providerId="AD" clId="Web-{00000000-0000-0000-0000-000000000000}" dt="2026-09-26T10:10:23.781" v="104" actId="1076"/>
          <ac:graphicFrameMkLst>
            <pc:docMk/>
            <pc:sldMk cId="1231961206" sldId="258"/>
            <ac:graphicFrameMk id="15" creationId="{290F073A-2E14-C685-2D5D-47A63666F3FC}"/>
          </ac:graphicFrameMkLst>
        </pc:graphicFrameChg>
        <pc:graphicFrameChg chg="add del mod topLvl modGraphic">
          <ac:chgData name="Paridhi Jain" userId="S::paridhi.jain.2024@sse.ac.in::37330494-d85a-497e-825c-b4ac8cabcfd4" providerId="AD" clId="Web-{00000000-0000-0000-0000-000000000000}" dt="2026-09-26T10:14:10.473" v="115"/>
          <ac:graphicFrameMkLst>
            <pc:docMk/>
            <pc:sldMk cId="1231961206" sldId="258"/>
            <ac:graphicFrameMk id="16" creationId="{E5F18E72-EBA1-0FB7-BB99-84E1C8BB0C81}"/>
          </ac:graphicFrameMkLst>
        </pc:graphicFrameChg>
        <pc:graphicFrameChg chg="add del mod">
          <ac:chgData name="Paridhi Jain" userId="S::paridhi.jain.2024@sse.ac.in::37330494-d85a-497e-825c-b4ac8cabcfd4" providerId="AD" clId="Web-{00000000-0000-0000-0000-000000000000}" dt="2026-09-26T10:23:50.269" v="117"/>
          <ac:graphicFrameMkLst>
            <pc:docMk/>
            <pc:sldMk cId="1231961206" sldId="258"/>
            <ac:graphicFrameMk id="17" creationId="{05C3AE49-5666-19FD-E70B-C872F1B5C9FE}"/>
          </ac:graphicFrameMkLst>
        </pc:graphicFrameChg>
        <pc:picChg chg="add">
          <ac:chgData name="Paridhi Jain" userId="S::paridhi.jain.2024@sse.ac.in::37330494-d85a-497e-825c-b4ac8cabcfd4" providerId="AD" clId="Web-{00000000-0000-0000-0000-000000000000}" dt="2026-09-26T10:05:42.758" v="21"/>
          <ac:picMkLst>
            <pc:docMk/>
            <pc:sldMk cId="1231961206" sldId="258"/>
            <ac:picMk id="7" creationId="{97536292-A83B-59F8-93E6-1BBBB6E4FCF0}"/>
          </ac:picMkLst>
        </pc:picChg>
      </pc:sldChg>
      <pc:sldChg chg="addSp delSp modSp new">
        <pc:chgData name="Paridhi Jain" userId="S::paridhi.jain.2024@sse.ac.in::37330494-d85a-497e-825c-b4ac8cabcfd4" providerId="AD" clId="Web-{00000000-0000-0000-0000-000000000000}" dt="2026-09-26T10:46:13.399" v="302"/>
        <pc:sldMkLst>
          <pc:docMk/>
          <pc:sldMk cId="2546032586" sldId="259"/>
        </pc:sldMkLst>
        <pc:spChg chg="del">
          <ac:chgData name="Paridhi Jain" userId="S::paridhi.jain.2024@sse.ac.in::37330494-d85a-497e-825c-b4ac8cabcfd4" providerId="AD" clId="Web-{00000000-0000-0000-0000-000000000000}" dt="2026-09-26T10:37:27.918" v="199"/>
          <ac:spMkLst>
            <pc:docMk/>
            <pc:sldMk cId="2546032586" sldId="259"/>
            <ac:spMk id="2" creationId="{27FC10B2-C2EE-E792-012A-736801026413}"/>
          </ac:spMkLst>
        </pc:spChg>
        <pc:spChg chg="del">
          <ac:chgData name="Paridhi Jain" userId="S::paridhi.jain.2024@sse.ac.in::37330494-d85a-497e-825c-b4ac8cabcfd4" providerId="AD" clId="Web-{00000000-0000-0000-0000-000000000000}" dt="2026-09-26T10:37:27.903" v="198"/>
          <ac:spMkLst>
            <pc:docMk/>
            <pc:sldMk cId="2546032586" sldId="259"/>
            <ac:spMk id="3" creationId="{17330EA8-4088-96EB-ACD6-8C71E6A63C7A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37:45.294" v="217" actId="20577"/>
          <ac:spMkLst>
            <pc:docMk/>
            <pc:sldMk cId="2546032586" sldId="259"/>
            <ac:spMk id="5" creationId="{E2E03C98-408D-7C36-7FC1-A6D4A3CA0CA5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38:03.778" v="220" actId="20577"/>
          <ac:spMkLst>
            <pc:docMk/>
            <pc:sldMk cId="2546032586" sldId="259"/>
            <ac:spMk id="9" creationId="{5F9C8A39-7F6B-18F8-C59A-17B984DBD33C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38:25.701" v="227"/>
          <ac:spMkLst>
            <pc:docMk/>
            <pc:sldMk cId="2546032586" sldId="259"/>
            <ac:spMk id="11" creationId="{9E0D254D-630B-7416-7F89-71F6FFFC2D94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40:19.297" v="260" actId="1076"/>
          <ac:spMkLst>
            <pc:docMk/>
            <pc:sldMk cId="2546032586" sldId="259"/>
            <ac:spMk id="13" creationId="{4CB3830A-FA61-D71B-C0C9-BB1A9978C969}"/>
          </ac:spMkLst>
        </pc:spChg>
        <pc:graphicFrameChg chg="add mod modGraphic">
          <ac:chgData name="Paridhi Jain" userId="S::paridhi.jain.2024@sse.ac.in::37330494-d85a-497e-825c-b4ac8cabcfd4" providerId="AD" clId="Web-{00000000-0000-0000-0000-000000000000}" dt="2026-09-26T10:44:36.710" v="301" actId="1076"/>
          <ac:graphicFrameMkLst>
            <pc:docMk/>
            <pc:sldMk cId="2546032586" sldId="259"/>
            <ac:graphicFrameMk id="15" creationId="{AA3B4829-77A6-7D18-6EA5-BE81F6397D6B}"/>
          </ac:graphicFrameMkLst>
        </pc:graphicFrameChg>
        <pc:graphicFrameChg chg="add mod topLvl modGraphic">
          <ac:chgData name="Paridhi Jain" userId="S::paridhi.jain.2024@sse.ac.in::37330494-d85a-497e-825c-b4ac8cabcfd4" providerId="AD" clId="Web-{00000000-0000-0000-0000-000000000000}" dt="2026-09-26T10:46:13.399" v="302"/>
          <ac:graphicFrameMkLst>
            <pc:docMk/>
            <pc:sldMk cId="2546032586" sldId="259"/>
            <ac:graphicFrameMk id="16" creationId="{2EC2B3E9-675F-5F95-34E4-90DC41616669}"/>
          </ac:graphicFrameMkLst>
        </pc:graphicFrameChg>
        <pc:picChg chg="add">
          <ac:chgData name="Paridhi Jain" userId="S::paridhi.jain.2024@sse.ac.in::37330494-d85a-497e-825c-b4ac8cabcfd4" providerId="AD" clId="Web-{00000000-0000-0000-0000-000000000000}" dt="2026-09-26T10:37:29.449" v="201"/>
          <ac:picMkLst>
            <pc:docMk/>
            <pc:sldMk cId="2546032586" sldId="259"/>
            <ac:picMk id="7" creationId="{03390C61-61E3-5B29-D3CB-A2087EDFA617}"/>
          </ac:picMkLst>
        </pc:picChg>
      </pc:sldChg>
      <pc:sldChg chg="addSp delSp modSp new">
        <pc:chgData name="Paridhi Jain" userId="S::paridhi.jain.2024@sse.ac.in::37330494-d85a-497e-825c-b4ac8cabcfd4" providerId="AD" clId="Web-{00000000-0000-0000-0000-000000000000}" dt="2026-09-26T11:03:31.158" v="432" actId="20577"/>
        <pc:sldMkLst>
          <pc:docMk/>
          <pc:sldMk cId="3652096080" sldId="260"/>
        </pc:sldMkLst>
        <pc:spChg chg="del">
          <ac:chgData name="Paridhi Jain" userId="S::paridhi.jain.2024@sse.ac.in::37330494-d85a-497e-825c-b4ac8cabcfd4" providerId="AD" clId="Web-{00000000-0000-0000-0000-000000000000}" dt="2026-09-26T10:46:48.228" v="305"/>
          <ac:spMkLst>
            <pc:docMk/>
            <pc:sldMk cId="3652096080" sldId="260"/>
            <ac:spMk id="2" creationId="{1BFE06DA-6A74-05EB-EF04-53C3709CF242}"/>
          </ac:spMkLst>
        </pc:spChg>
        <pc:spChg chg="del">
          <ac:chgData name="Paridhi Jain" userId="S::paridhi.jain.2024@sse.ac.in::37330494-d85a-497e-825c-b4ac8cabcfd4" providerId="AD" clId="Web-{00000000-0000-0000-0000-000000000000}" dt="2026-09-26T10:46:48.228" v="304"/>
          <ac:spMkLst>
            <pc:docMk/>
            <pc:sldMk cId="3652096080" sldId="260"/>
            <ac:spMk id="3" creationId="{014FAC1A-E9D6-57DA-2012-251932FE2218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47:07.432" v="318" actId="20577"/>
          <ac:spMkLst>
            <pc:docMk/>
            <pc:sldMk cId="3652096080" sldId="260"/>
            <ac:spMk id="5" creationId="{46DF5A63-6575-F87C-4669-D5086215FE30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03:31.158" v="432" actId="20577"/>
          <ac:spMkLst>
            <pc:docMk/>
            <pc:sldMk cId="3652096080" sldId="260"/>
            <ac:spMk id="9" creationId="{B5643196-DF33-F635-D60B-AE6E2B13C415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47:44.402" v="328" actId="20577"/>
          <ac:spMkLst>
            <pc:docMk/>
            <pc:sldMk cId="3652096080" sldId="260"/>
            <ac:spMk id="11" creationId="{3BE13DBE-A82E-0303-B69E-7D0A0957789F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0:57:20.853" v="402" actId="1076"/>
          <ac:spMkLst>
            <pc:docMk/>
            <pc:sldMk cId="3652096080" sldId="260"/>
            <ac:spMk id="13" creationId="{8FDCC97D-BBB2-A50B-A81B-A690685D6BF6}"/>
          </ac:spMkLst>
        </pc:spChg>
        <pc:graphicFrameChg chg="add mod modGraphic">
          <ac:chgData name="Paridhi Jain" userId="S::paridhi.jain.2024@sse.ac.in::37330494-d85a-497e-825c-b4ac8cabcfd4" providerId="AD" clId="Web-{00000000-0000-0000-0000-000000000000}" dt="2026-09-26T10:57:30.931" v="404"/>
          <ac:graphicFrameMkLst>
            <pc:docMk/>
            <pc:sldMk cId="3652096080" sldId="260"/>
            <ac:graphicFrameMk id="15" creationId="{E0820D8A-8A3B-A4D7-147C-951771688ECB}"/>
          </ac:graphicFrameMkLst>
        </pc:graphicFrameChg>
        <pc:graphicFrameChg chg="add mod topLvl modGraphic">
          <ac:chgData name="Paridhi Jain" userId="S::paridhi.jain.2024@sse.ac.in::37330494-d85a-497e-825c-b4ac8cabcfd4" providerId="AD" clId="Web-{00000000-0000-0000-0000-000000000000}" dt="2026-09-26T10:57:03.259" v="399" actId="1076"/>
          <ac:graphicFrameMkLst>
            <pc:docMk/>
            <pc:sldMk cId="3652096080" sldId="260"/>
            <ac:graphicFrameMk id="16" creationId="{44355990-9704-DB7D-A871-6AD103CD9192}"/>
          </ac:graphicFrameMkLst>
        </pc:graphicFrameChg>
        <pc:graphicFrameChg chg="add mod topLvl modGraphic">
          <ac:chgData name="Paridhi Jain" userId="S::paridhi.jain.2024@sse.ac.in::37330494-d85a-497e-825c-b4ac8cabcfd4" providerId="AD" clId="Web-{00000000-0000-0000-0000-000000000000}" dt="2026-09-26T11:02:00.594" v="429"/>
          <ac:graphicFrameMkLst>
            <pc:docMk/>
            <pc:sldMk cId="3652096080" sldId="260"/>
            <ac:graphicFrameMk id="17" creationId="{94E731AD-675A-26FF-B50C-DAC07A107EEE}"/>
          </ac:graphicFrameMkLst>
        </pc:graphicFrameChg>
        <pc:picChg chg="add">
          <ac:chgData name="Paridhi Jain" userId="S::paridhi.jain.2024@sse.ac.in::37330494-d85a-497e-825c-b4ac8cabcfd4" providerId="AD" clId="Web-{00000000-0000-0000-0000-000000000000}" dt="2026-09-26T10:46:50.072" v="307"/>
          <ac:picMkLst>
            <pc:docMk/>
            <pc:sldMk cId="3652096080" sldId="260"/>
            <ac:picMk id="7" creationId="{B9678EDB-5D9B-D5E2-AB78-DA067D3FE33D}"/>
          </ac:picMkLst>
        </pc:picChg>
      </pc:sldChg>
      <pc:sldChg chg="addSp delSp modSp new">
        <pc:chgData name="Paridhi Jain" userId="S::paridhi.jain.2024@sse.ac.in::37330494-d85a-497e-825c-b4ac8cabcfd4" providerId="AD" clId="Web-{00000000-0000-0000-0000-000000000000}" dt="2026-09-26T11:15:38.785" v="497" actId="1076"/>
        <pc:sldMkLst>
          <pc:docMk/>
          <pc:sldMk cId="2021686173" sldId="261"/>
        </pc:sldMkLst>
        <pc:spChg chg="del">
          <ac:chgData name="Paridhi Jain" userId="S::paridhi.jain.2024@sse.ac.in::37330494-d85a-497e-825c-b4ac8cabcfd4" providerId="AD" clId="Web-{00000000-0000-0000-0000-000000000000}" dt="2026-09-26T11:03:50.393" v="435"/>
          <ac:spMkLst>
            <pc:docMk/>
            <pc:sldMk cId="2021686173" sldId="261"/>
            <ac:spMk id="2" creationId="{BDA7DB9C-4521-80DF-E92B-946657E63C70}"/>
          </ac:spMkLst>
        </pc:spChg>
        <pc:spChg chg="del">
          <ac:chgData name="Paridhi Jain" userId="S::paridhi.jain.2024@sse.ac.in::37330494-d85a-497e-825c-b4ac8cabcfd4" providerId="AD" clId="Web-{00000000-0000-0000-0000-000000000000}" dt="2026-09-26T11:03:50.393" v="434"/>
          <ac:spMkLst>
            <pc:docMk/>
            <pc:sldMk cId="2021686173" sldId="261"/>
            <ac:spMk id="3" creationId="{3A6A1649-36EF-ECA7-02C2-B2D83A1124D4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12:51.953" v="495" actId="20577"/>
          <ac:spMkLst>
            <pc:docMk/>
            <pc:sldMk cId="2021686173" sldId="261"/>
            <ac:spMk id="5" creationId="{51068D19-FB5A-436B-CF33-0CC398860F03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04:46.457" v="447" actId="20577"/>
          <ac:spMkLst>
            <pc:docMk/>
            <pc:sldMk cId="2021686173" sldId="261"/>
            <ac:spMk id="9" creationId="{20B7B203-47B6-0C5B-9E20-18E26DC51978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05:15.395" v="450" actId="20577"/>
          <ac:spMkLst>
            <pc:docMk/>
            <pc:sldMk cId="2021686173" sldId="261"/>
            <ac:spMk id="11" creationId="{CAB146AC-A427-3005-35F9-528D4184733F}"/>
          </ac:spMkLst>
        </pc:spChg>
        <pc:spChg chg="add del mod">
          <ac:chgData name="Paridhi Jain" userId="S::paridhi.jain.2024@sse.ac.in::37330494-d85a-497e-825c-b4ac8cabcfd4" providerId="AD" clId="Web-{00000000-0000-0000-0000-000000000000}" dt="2026-09-26T11:05:41.286" v="455"/>
          <ac:spMkLst>
            <pc:docMk/>
            <pc:sldMk cId="2021686173" sldId="261"/>
            <ac:spMk id="12" creationId="{CF572437-4C2F-5D23-290D-CF688BA58A61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06:49.350" v="460" actId="20577"/>
          <ac:spMkLst>
            <pc:docMk/>
            <pc:sldMk cId="2021686173" sldId="261"/>
            <ac:spMk id="14" creationId="{78FE752A-9D54-000C-C45E-6CF03D427DCC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11:19.310" v="492" actId="1076"/>
          <ac:spMkLst>
            <pc:docMk/>
            <pc:sldMk cId="2021686173" sldId="261"/>
            <ac:spMk id="17" creationId="{5D45F83E-6B3F-20D0-DC13-B8281B38F15D}"/>
          </ac:spMkLst>
        </pc:spChg>
        <pc:graphicFrameChg chg="add mod modGraphic">
          <ac:chgData name="Paridhi Jain" userId="S::paridhi.jain.2024@sse.ac.in::37330494-d85a-497e-825c-b4ac8cabcfd4" providerId="AD" clId="Web-{00000000-0000-0000-0000-000000000000}" dt="2026-09-26T11:15:38.785" v="497" actId="1076"/>
          <ac:graphicFrameMkLst>
            <pc:docMk/>
            <pc:sldMk cId="2021686173" sldId="261"/>
            <ac:graphicFrameMk id="16" creationId="{B94C9D68-B461-1B25-F13C-D67A2CF05860}"/>
          </ac:graphicFrameMkLst>
        </pc:graphicFrameChg>
        <pc:picChg chg="add">
          <ac:chgData name="Paridhi Jain" userId="S::paridhi.jain.2024@sse.ac.in::37330494-d85a-497e-825c-b4ac8cabcfd4" providerId="AD" clId="Web-{00000000-0000-0000-0000-000000000000}" dt="2026-09-26T11:03:51.706" v="437"/>
          <ac:picMkLst>
            <pc:docMk/>
            <pc:sldMk cId="2021686173" sldId="261"/>
            <ac:picMk id="7" creationId="{D58C3208-9A6C-B69A-C886-B7AF4AD23464}"/>
          </ac:picMkLst>
        </pc:picChg>
      </pc:sldChg>
      <pc:sldChg chg="addSp delSp modSp new">
        <pc:chgData name="Paridhi Jain" userId="S::paridhi.jain.2024@sse.ac.in::37330494-d85a-497e-825c-b4ac8cabcfd4" providerId="AD" clId="Web-{00000000-0000-0000-0000-000000000000}" dt="2026-09-26T11:28:43.710" v="706" actId="20577"/>
        <pc:sldMkLst>
          <pc:docMk/>
          <pc:sldMk cId="4183509848" sldId="262"/>
        </pc:sldMkLst>
        <pc:spChg chg="del">
          <ac:chgData name="Paridhi Jain" userId="S::paridhi.jain.2024@sse.ac.in::37330494-d85a-497e-825c-b4ac8cabcfd4" providerId="AD" clId="Web-{00000000-0000-0000-0000-000000000000}" dt="2026-09-26T11:15:51.895" v="500"/>
          <ac:spMkLst>
            <pc:docMk/>
            <pc:sldMk cId="4183509848" sldId="262"/>
            <ac:spMk id="2" creationId="{B61A7671-EB4B-BB2B-B41E-4C2D4F9EB06A}"/>
          </ac:spMkLst>
        </pc:spChg>
        <pc:spChg chg="del">
          <ac:chgData name="Paridhi Jain" userId="S::paridhi.jain.2024@sse.ac.in::37330494-d85a-497e-825c-b4ac8cabcfd4" providerId="AD" clId="Web-{00000000-0000-0000-0000-000000000000}" dt="2026-09-26T11:15:51.895" v="499"/>
          <ac:spMkLst>
            <pc:docMk/>
            <pc:sldMk cId="4183509848" sldId="262"/>
            <ac:spMk id="3" creationId="{CEA8700A-5D93-D813-9E4F-3F2045588227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16:40.349" v="512" actId="20577"/>
          <ac:spMkLst>
            <pc:docMk/>
            <pc:sldMk cId="4183509848" sldId="262"/>
            <ac:spMk id="5" creationId="{A64903C0-AFE5-A1A3-A366-AE001AB8AFEC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17:07.662" v="517" actId="20577"/>
          <ac:spMkLst>
            <pc:docMk/>
            <pc:sldMk cId="4183509848" sldId="262"/>
            <ac:spMk id="9" creationId="{5FA22484-2C25-0B05-EA66-56E28256783E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17:16.772" v="520"/>
          <ac:spMkLst>
            <pc:docMk/>
            <pc:sldMk cId="4183509848" sldId="262"/>
            <ac:spMk id="11" creationId="{97E264D6-7470-8B02-0426-64F9800972A4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18:05.835" v="540" actId="20577"/>
          <ac:spMkLst>
            <pc:docMk/>
            <pc:sldMk cId="4183509848" sldId="262"/>
            <ac:spMk id="13" creationId="{1A68BF34-4A07-2715-7F8D-A0C82B15EA2B}"/>
          </ac:spMkLst>
        </pc:spChg>
        <pc:spChg chg="add del mod">
          <ac:chgData name="Paridhi Jain" userId="S::paridhi.jain.2024@sse.ac.in::37330494-d85a-497e-825c-b4ac8cabcfd4" providerId="AD" clId="Web-{00000000-0000-0000-0000-000000000000}" dt="2026-09-26T11:19:58.994" v="565"/>
          <ac:spMkLst>
            <pc:docMk/>
            <pc:sldMk cId="4183509848" sldId="262"/>
            <ac:spMk id="15" creationId="{D128686C-FAEC-6EED-02DC-661C11A70A0E}"/>
          </ac:spMkLst>
        </pc:spChg>
        <pc:spChg chg="add del">
          <ac:chgData name="Paridhi Jain" userId="S::paridhi.jain.2024@sse.ac.in::37330494-d85a-497e-825c-b4ac8cabcfd4" providerId="AD" clId="Web-{00000000-0000-0000-0000-000000000000}" dt="2026-09-26T11:19:00.383" v="547"/>
          <ac:spMkLst>
            <pc:docMk/>
            <pc:sldMk cId="4183509848" sldId="262"/>
            <ac:spMk id="17" creationId="{ABAC2051-C568-BE88-5FF1-51382DDAB1AE}"/>
          </ac:spMkLst>
        </pc:spChg>
        <pc:spChg chg="add del">
          <ac:chgData name="Paridhi Jain" userId="S::paridhi.jain.2024@sse.ac.in::37330494-d85a-497e-825c-b4ac8cabcfd4" providerId="AD" clId="Web-{00000000-0000-0000-0000-000000000000}" dt="2026-09-26T11:19:00.993" v="548"/>
          <ac:spMkLst>
            <pc:docMk/>
            <pc:sldMk cId="4183509848" sldId="262"/>
            <ac:spMk id="19" creationId="{992A33C7-C290-AD4D-4CCD-04182E15DF7B}"/>
          </ac:spMkLst>
        </pc:spChg>
        <pc:spChg chg="add del mod">
          <ac:chgData name="Paridhi Jain" userId="S::paridhi.jain.2024@sse.ac.in::37330494-d85a-497e-825c-b4ac8cabcfd4" providerId="AD" clId="Web-{00000000-0000-0000-0000-000000000000}" dt="2026-09-26T11:19:06.821" v="552"/>
          <ac:spMkLst>
            <pc:docMk/>
            <pc:sldMk cId="4183509848" sldId="262"/>
            <ac:spMk id="20" creationId="{E1CBBCB4-4ABF-DCB9-10CE-6F930DB046E7}"/>
          </ac:spMkLst>
        </pc:spChg>
        <pc:spChg chg="add del mod">
          <ac:chgData name="Paridhi Jain" userId="S::paridhi.jain.2024@sse.ac.in::37330494-d85a-497e-825c-b4ac8cabcfd4" providerId="AD" clId="Web-{00000000-0000-0000-0000-000000000000}" dt="2026-09-26T11:28:43.710" v="706" actId="20577"/>
          <ac:spMkLst>
            <pc:docMk/>
            <pc:sldMk cId="4183509848" sldId="262"/>
            <ac:spMk id="21" creationId="{7B8761A2-DF3C-BA7F-3DE4-5039DF97BE45}"/>
          </ac:spMkLst>
        </pc:spChg>
        <pc:spChg chg="add del mod">
          <ac:chgData name="Paridhi Jain" userId="S::paridhi.jain.2024@sse.ac.in::37330494-d85a-497e-825c-b4ac8cabcfd4" providerId="AD" clId="Web-{00000000-0000-0000-0000-000000000000}" dt="2026-09-26T11:20:00.494" v="566"/>
          <ac:spMkLst>
            <pc:docMk/>
            <pc:sldMk cId="4183509848" sldId="262"/>
            <ac:spMk id="22" creationId="{467DC7E0-75F4-94FF-AE25-832C46B44142}"/>
          </ac:spMkLst>
        </pc:spChg>
        <pc:spChg chg="add del mod">
          <ac:chgData name="Paridhi Jain" userId="S::paridhi.jain.2024@sse.ac.in::37330494-d85a-497e-825c-b4ac8cabcfd4" providerId="AD" clId="Web-{00000000-0000-0000-0000-000000000000}" dt="2026-09-26T11:20:01.807" v="567"/>
          <ac:spMkLst>
            <pc:docMk/>
            <pc:sldMk cId="4183509848" sldId="262"/>
            <ac:spMk id="23" creationId="{448B154A-9AAB-C012-9720-FC5A0FE98D50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28:23.209" v="701" actId="20577"/>
          <ac:spMkLst>
            <pc:docMk/>
            <pc:sldMk cId="4183509848" sldId="262"/>
            <ac:spMk id="24" creationId="{183ADE61-1E54-E944-5BBF-931CF943F478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27:44.786" v="692" actId="20577"/>
          <ac:spMkLst>
            <pc:docMk/>
            <pc:sldMk cId="4183509848" sldId="262"/>
            <ac:spMk id="25" creationId="{FBBF5385-9F85-A7B5-B4A0-8F273C43E294}"/>
          </ac:spMkLst>
        </pc:spChg>
        <pc:spChg chg="add mod">
          <ac:chgData name="Paridhi Jain" userId="S::paridhi.jain.2024@sse.ac.in::37330494-d85a-497e-825c-b4ac8cabcfd4" providerId="AD" clId="Web-{00000000-0000-0000-0000-000000000000}" dt="2026-09-26T11:26:50.113" v="683" actId="20577"/>
          <ac:spMkLst>
            <pc:docMk/>
            <pc:sldMk cId="4183509848" sldId="262"/>
            <ac:spMk id="26" creationId="{F8DD2474-3645-4856-5C03-1C022032FDDF}"/>
          </ac:spMkLst>
        </pc:spChg>
        <pc:picChg chg="add">
          <ac:chgData name="Paridhi Jain" userId="S::paridhi.jain.2024@sse.ac.in::37330494-d85a-497e-825c-b4ac8cabcfd4" providerId="AD" clId="Web-{00000000-0000-0000-0000-000000000000}" dt="2026-09-26T11:15:53.363" v="502"/>
          <ac:picMkLst>
            <pc:docMk/>
            <pc:sldMk cId="4183509848" sldId="262"/>
            <ac:picMk id="7" creationId="{CCE204A0-141A-8C0E-2457-061D710809CE}"/>
          </ac:picMkLst>
        </pc:picChg>
      </pc:sldChg>
    </pc:docChg>
  </pc:docChgLst>
  <pc:docChgLst>
    <pc:chgData name="Paridhi Jain" userId="S::paridhi.jain.2024@sse.ac.in::37330494-d85a-497e-825c-b4ac8cabcfd4" providerId="AD" clId="Web-{0F5F4A1B-8E1A-B9A1-ECDC-D084DFA47517}"/>
    <pc:docChg chg="addSld modSld">
      <pc:chgData name="Paridhi Jain" userId="S::paridhi.jain.2024@sse.ac.in::37330494-d85a-497e-825c-b4ac8cabcfd4" providerId="AD" clId="Web-{0F5F4A1B-8E1A-B9A1-ECDC-D084DFA47517}" dt="2026-09-26T12:47:54.808" v="597" actId="20577"/>
      <pc:docMkLst>
        <pc:docMk/>
      </pc:docMkLst>
      <pc:sldChg chg="addSp delSp modSp">
        <pc:chgData name="Paridhi Jain" userId="S::paridhi.jain.2024@sse.ac.in::37330494-d85a-497e-825c-b4ac8cabcfd4" providerId="AD" clId="Web-{0F5F4A1B-8E1A-B9A1-ECDC-D084DFA47517}" dt="2026-09-26T12:11:22.699" v="41" actId="20577"/>
        <pc:sldMkLst>
          <pc:docMk/>
          <pc:sldMk cId="4183509848" sldId="262"/>
        </pc:sldMkLst>
        <pc:spChg chg="add del mod">
          <ac:chgData name="Paridhi Jain" userId="S::paridhi.jain.2024@sse.ac.in::37330494-d85a-497e-825c-b4ac8cabcfd4" providerId="AD" clId="Web-{0F5F4A1B-8E1A-B9A1-ECDC-D084DFA47517}" dt="2026-09-26T12:07:33.689" v="5"/>
          <ac:spMkLst>
            <pc:docMk/>
            <pc:sldMk cId="4183509848" sldId="262"/>
            <ac:spMk id="2" creationId="{2B715C42-8F92-1DE1-2C2C-26001865CDC0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11:22.699" v="41" actId="20577"/>
          <ac:spMkLst>
            <pc:docMk/>
            <pc:sldMk cId="4183509848" sldId="262"/>
            <ac:spMk id="4" creationId="{3A9C4A34-6AA8-2669-0212-ECFD75C0A0C7}"/>
          </ac:spMkLst>
        </pc:spChg>
        <pc:spChg chg="mod">
          <ac:chgData name="Paridhi Jain" userId="S::paridhi.jain.2024@sse.ac.in::37330494-d85a-497e-825c-b4ac8cabcfd4" providerId="AD" clId="Web-{0F5F4A1B-8E1A-B9A1-ECDC-D084DFA47517}" dt="2026-09-26T12:10:04.399" v="36" actId="1076"/>
          <ac:spMkLst>
            <pc:docMk/>
            <pc:sldMk cId="4183509848" sldId="262"/>
            <ac:spMk id="21" creationId="{7B8761A2-DF3C-BA7F-3DE4-5039DF97BE45}"/>
          </ac:spMkLst>
        </pc:spChg>
        <pc:spChg chg="mod">
          <ac:chgData name="Paridhi Jain" userId="S::paridhi.jain.2024@sse.ac.in::37330494-d85a-497e-825c-b4ac8cabcfd4" providerId="AD" clId="Web-{0F5F4A1B-8E1A-B9A1-ECDC-D084DFA47517}" dt="2026-09-26T12:10:04.414" v="37" actId="1076"/>
          <ac:spMkLst>
            <pc:docMk/>
            <pc:sldMk cId="4183509848" sldId="262"/>
            <ac:spMk id="24" creationId="{183ADE61-1E54-E944-5BBF-931CF943F478}"/>
          </ac:spMkLst>
        </pc:spChg>
        <pc:spChg chg="mod">
          <ac:chgData name="Paridhi Jain" userId="S::paridhi.jain.2024@sse.ac.in::37330494-d85a-497e-825c-b4ac8cabcfd4" providerId="AD" clId="Web-{0F5F4A1B-8E1A-B9A1-ECDC-D084DFA47517}" dt="2026-09-26T12:10:04.430" v="38" actId="1076"/>
          <ac:spMkLst>
            <pc:docMk/>
            <pc:sldMk cId="4183509848" sldId="262"/>
            <ac:spMk id="25" creationId="{FBBF5385-9F85-A7B5-B4A0-8F273C43E294}"/>
          </ac:spMkLst>
        </pc:spChg>
        <pc:spChg chg="mod">
          <ac:chgData name="Paridhi Jain" userId="S::paridhi.jain.2024@sse.ac.in::37330494-d85a-497e-825c-b4ac8cabcfd4" providerId="AD" clId="Web-{0F5F4A1B-8E1A-B9A1-ECDC-D084DFA47517}" dt="2026-09-26T12:10:04.446" v="39" actId="1076"/>
          <ac:spMkLst>
            <pc:docMk/>
            <pc:sldMk cId="4183509848" sldId="262"/>
            <ac:spMk id="26" creationId="{F8DD2474-3645-4856-5C03-1C022032FDDF}"/>
          </ac:spMkLst>
        </pc:spChg>
        <pc:cxnChg chg="add del mod">
          <ac:chgData name="Paridhi Jain" userId="S::paridhi.jain.2024@sse.ac.in::37330494-d85a-497e-825c-b4ac8cabcfd4" providerId="AD" clId="Web-{0F5F4A1B-8E1A-B9A1-ECDC-D084DFA47517}" dt="2026-09-26T12:08:45.442" v="13"/>
          <ac:cxnSpMkLst>
            <pc:docMk/>
            <pc:sldMk cId="4183509848" sldId="262"/>
            <ac:cxnSpMk id="3" creationId="{5A263BEA-56D5-25FF-D4AA-A51E254BB742}"/>
          </ac:cxnSpMkLst>
        </pc:cxnChg>
      </pc:sldChg>
      <pc:sldChg chg="addSp delSp modSp new">
        <pc:chgData name="Paridhi Jain" userId="S::paridhi.jain.2024@sse.ac.in::37330494-d85a-497e-825c-b4ac8cabcfd4" providerId="AD" clId="Web-{0F5F4A1B-8E1A-B9A1-ECDC-D084DFA47517}" dt="2026-09-26T12:47:54.808" v="597" actId="20577"/>
        <pc:sldMkLst>
          <pc:docMk/>
          <pc:sldMk cId="2987700817" sldId="263"/>
        </pc:sldMkLst>
        <pc:spChg chg="del">
          <ac:chgData name="Paridhi Jain" userId="S::paridhi.jain.2024@sse.ac.in::37330494-d85a-497e-825c-b4ac8cabcfd4" providerId="AD" clId="Web-{0F5F4A1B-8E1A-B9A1-ECDC-D084DFA47517}" dt="2026-09-26T12:11:31.137" v="44"/>
          <ac:spMkLst>
            <pc:docMk/>
            <pc:sldMk cId="2987700817" sldId="263"/>
            <ac:spMk id="2" creationId="{67816802-C83B-6A4C-AB41-8F300574823D}"/>
          </ac:spMkLst>
        </pc:spChg>
        <pc:spChg chg="del">
          <ac:chgData name="Paridhi Jain" userId="S::paridhi.jain.2024@sse.ac.in::37330494-d85a-497e-825c-b4ac8cabcfd4" providerId="AD" clId="Web-{0F5F4A1B-8E1A-B9A1-ECDC-D084DFA47517}" dt="2026-09-26T12:11:31.137" v="43"/>
          <ac:spMkLst>
            <pc:docMk/>
            <pc:sldMk cId="2987700817" sldId="263"/>
            <ac:spMk id="3" creationId="{4E223206-8277-ADB8-0102-18686043D0C8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12:21.905" v="56" actId="20577"/>
          <ac:spMkLst>
            <pc:docMk/>
            <pc:sldMk cId="2987700817" sldId="263"/>
            <ac:spMk id="5" creationId="{33FBC204-4CAA-7270-5D5D-90FF041A7BD0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12:44.968" v="62"/>
          <ac:spMkLst>
            <pc:docMk/>
            <pc:sldMk cId="2987700817" sldId="263"/>
            <ac:spMk id="9" creationId="{BAC5EEF9-515E-45CD-BA05-FE94ED53D205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13:00.703" v="65" actId="20577"/>
          <ac:spMkLst>
            <pc:docMk/>
            <pc:sldMk cId="2987700817" sldId="263"/>
            <ac:spMk id="11" creationId="{CEEFFD73-D308-3183-4BEC-EDAAD99BF235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13:59.174" v="70" actId="20577"/>
          <ac:spMkLst>
            <pc:docMk/>
            <pc:sldMk cId="2987700817" sldId="263"/>
            <ac:spMk id="13" creationId="{EBB18B31-6D73-B5F8-BB2F-6013E0E5F551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0:41.645" v="187" actId="20577"/>
          <ac:spMkLst>
            <pc:docMk/>
            <pc:sldMk cId="2987700817" sldId="263"/>
            <ac:spMk id="15" creationId="{371055F0-47CB-F727-EE50-3B581474D32E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0:52.348" v="189" actId="14100"/>
          <ac:spMkLst>
            <pc:docMk/>
            <pc:sldMk cId="2987700817" sldId="263"/>
            <ac:spMk id="17" creationId="{5EE9FFC1-A500-9069-2F8A-128B3E99EA85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47:54.808" v="597" actId="20577"/>
          <ac:spMkLst>
            <pc:docMk/>
            <pc:sldMk cId="2987700817" sldId="263"/>
            <ac:spMk id="19" creationId="{EEACB8B6-93D9-64A3-EB36-44B30519D919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0:36.535" v="186" actId="20577"/>
          <ac:spMkLst>
            <pc:docMk/>
            <pc:sldMk cId="2987700817" sldId="263"/>
            <ac:spMk id="21" creationId="{AB9D1E80-31E3-7241-AA07-0DAB70E6C333}"/>
          </ac:spMkLst>
        </pc:spChg>
        <pc:picChg chg="add">
          <ac:chgData name="Paridhi Jain" userId="S::paridhi.jain.2024@sse.ac.in::37330494-d85a-497e-825c-b4ac8cabcfd4" providerId="AD" clId="Web-{0F5F4A1B-8E1A-B9A1-ECDC-D084DFA47517}" dt="2026-09-26T12:12:11.482" v="46"/>
          <ac:picMkLst>
            <pc:docMk/>
            <pc:sldMk cId="2987700817" sldId="263"/>
            <ac:picMk id="7" creationId="{F2065012-BBCF-2F04-5DE0-FC55434C1E63}"/>
          </ac:picMkLst>
        </pc:picChg>
      </pc:sldChg>
      <pc:sldChg chg="addSp delSp modSp new">
        <pc:chgData name="Paridhi Jain" userId="S::paridhi.jain.2024@sse.ac.in::37330494-d85a-497e-825c-b4ac8cabcfd4" providerId="AD" clId="Web-{0F5F4A1B-8E1A-B9A1-ECDC-D084DFA47517}" dt="2026-09-26T12:31:09.406" v="346" actId="20577"/>
        <pc:sldMkLst>
          <pc:docMk/>
          <pc:sldMk cId="2291974709" sldId="264"/>
        </pc:sldMkLst>
        <pc:spChg chg="del">
          <ac:chgData name="Paridhi Jain" userId="S::paridhi.jain.2024@sse.ac.in::37330494-d85a-497e-825c-b4ac8cabcfd4" providerId="AD" clId="Web-{0F5F4A1B-8E1A-B9A1-ECDC-D084DFA47517}" dt="2026-09-26T12:22:12.789" v="199"/>
          <ac:spMkLst>
            <pc:docMk/>
            <pc:sldMk cId="2291974709" sldId="264"/>
            <ac:spMk id="2" creationId="{0761B1E5-59DF-54A2-0788-F21042CD67D3}"/>
          </ac:spMkLst>
        </pc:spChg>
        <pc:spChg chg="del">
          <ac:chgData name="Paridhi Jain" userId="S::paridhi.jain.2024@sse.ac.in::37330494-d85a-497e-825c-b4ac8cabcfd4" providerId="AD" clId="Web-{0F5F4A1B-8E1A-B9A1-ECDC-D084DFA47517}" dt="2026-09-26T12:22:12.789" v="198"/>
          <ac:spMkLst>
            <pc:docMk/>
            <pc:sldMk cId="2291974709" sldId="264"/>
            <ac:spMk id="3" creationId="{0DE6838F-9A16-AA2D-79AD-B0E49BB6C31B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2:22.352" v="207" actId="20577"/>
          <ac:spMkLst>
            <pc:docMk/>
            <pc:sldMk cId="2291974709" sldId="264"/>
            <ac:spMk id="5" creationId="{9C0BAB0A-A84A-553E-B486-E1A801F57F84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2:36.400" v="210" actId="20577"/>
          <ac:spMkLst>
            <pc:docMk/>
            <pc:sldMk cId="2291974709" sldId="264"/>
            <ac:spMk id="9" creationId="{8D75C866-6423-EDE9-F93E-783D37E28438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2:56.416" v="213" actId="20577"/>
          <ac:spMkLst>
            <pc:docMk/>
            <pc:sldMk cId="2291974709" sldId="264"/>
            <ac:spMk id="11" creationId="{023DD0E1-95D0-1CBF-6C71-11B7B9E8A2A5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3:58.513" v="231" actId="20577"/>
          <ac:spMkLst>
            <pc:docMk/>
            <pc:sldMk cId="2291974709" sldId="264"/>
            <ac:spMk id="13" creationId="{A2383DB5-36C5-9287-99E5-F842F8E867CF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8:03.382" v="311" actId="20577"/>
          <ac:spMkLst>
            <pc:docMk/>
            <pc:sldMk cId="2291974709" sldId="264"/>
            <ac:spMk id="15" creationId="{9FB7F748-1837-F418-0749-BCBA5851C0C5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1:09.406" v="346" actId="20577"/>
          <ac:spMkLst>
            <pc:docMk/>
            <pc:sldMk cId="2291974709" sldId="264"/>
            <ac:spMk id="17" creationId="{9F316642-D99E-8DFC-6ED0-0D668C5B671E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1:05.625" v="344" actId="20577"/>
          <ac:spMkLst>
            <pc:docMk/>
            <pc:sldMk cId="2291974709" sldId="264"/>
            <ac:spMk id="19" creationId="{37B28BD8-1E84-A435-7DC4-732C35C8898E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29:33.324" v="335" actId="20577"/>
          <ac:spMkLst>
            <pc:docMk/>
            <pc:sldMk cId="2291974709" sldId="264"/>
            <ac:spMk id="21" creationId="{C6A0C2FB-AE45-9E07-4D8C-EE09A659AF2A}"/>
          </ac:spMkLst>
        </pc:spChg>
        <pc:picChg chg="add">
          <ac:chgData name="Paridhi Jain" userId="S::paridhi.jain.2024@sse.ac.in::37330494-d85a-497e-825c-b4ac8cabcfd4" providerId="AD" clId="Web-{0F5F4A1B-8E1A-B9A1-ECDC-D084DFA47517}" dt="2026-09-26T12:22:13.649" v="201"/>
          <ac:picMkLst>
            <pc:docMk/>
            <pc:sldMk cId="2291974709" sldId="264"/>
            <ac:picMk id="7" creationId="{8894EF36-8782-95C2-FBB0-5E69797D89FA}"/>
          </ac:picMkLst>
        </pc:picChg>
      </pc:sldChg>
      <pc:sldChg chg="addSp delSp modSp new">
        <pc:chgData name="Paridhi Jain" userId="S::paridhi.jain.2024@sse.ac.in::37330494-d85a-497e-825c-b4ac8cabcfd4" providerId="AD" clId="Web-{0F5F4A1B-8E1A-B9A1-ECDC-D084DFA47517}" dt="2026-09-26T12:44:33.050" v="595"/>
        <pc:sldMkLst>
          <pc:docMk/>
          <pc:sldMk cId="2391678601" sldId="265"/>
        </pc:sldMkLst>
        <pc:spChg chg="del">
          <ac:chgData name="Paridhi Jain" userId="S::paridhi.jain.2024@sse.ac.in::37330494-d85a-497e-825c-b4ac8cabcfd4" providerId="AD" clId="Web-{0F5F4A1B-8E1A-B9A1-ECDC-D084DFA47517}" dt="2026-09-26T12:31:30.344" v="349"/>
          <ac:spMkLst>
            <pc:docMk/>
            <pc:sldMk cId="2391678601" sldId="265"/>
            <ac:spMk id="2" creationId="{F68C590D-54D2-134D-1079-6B9122400EF5}"/>
          </ac:spMkLst>
        </pc:spChg>
        <pc:spChg chg="del">
          <ac:chgData name="Paridhi Jain" userId="S::paridhi.jain.2024@sse.ac.in::37330494-d85a-497e-825c-b4ac8cabcfd4" providerId="AD" clId="Web-{0F5F4A1B-8E1A-B9A1-ECDC-D084DFA47517}" dt="2026-09-26T12:31:30.344" v="348"/>
          <ac:spMkLst>
            <pc:docMk/>
            <pc:sldMk cId="2391678601" sldId="265"/>
            <ac:spMk id="3" creationId="{CBB2775B-B4AA-D2A1-A24D-E8681DAE8C2C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1:51.845" v="361" actId="20577"/>
          <ac:spMkLst>
            <pc:docMk/>
            <pc:sldMk cId="2391678601" sldId="265"/>
            <ac:spMk id="5" creationId="{5684FCA7-C93C-1B0E-41CB-7BA42ADB29CA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2:28.050" v="368"/>
          <ac:spMkLst>
            <pc:docMk/>
            <pc:sldMk cId="2391678601" sldId="265"/>
            <ac:spMk id="9" creationId="{94B07DAF-A7AE-8185-3159-6DD42E716651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2:47.426" v="375"/>
          <ac:spMkLst>
            <pc:docMk/>
            <pc:sldMk cId="2391678601" sldId="265"/>
            <ac:spMk id="11" creationId="{7389D9C0-D688-2E49-BE91-9D5C6D5A1515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4:00.460" v="382" actId="20577"/>
          <ac:spMkLst>
            <pc:docMk/>
            <pc:sldMk cId="2391678601" sldId="265"/>
            <ac:spMk id="13" creationId="{FF64AF52-69B2-0B63-C924-09EFC72AB226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7:29.329" v="400" actId="14100"/>
          <ac:spMkLst>
            <pc:docMk/>
            <pc:sldMk cId="2391678601" sldId="265"/>
            <ac:spMk id="14" creationId="{C61A0BCA-8BDD-7DBE-C264-93EA2BA31482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7:51.079" v="401" actId="14100"/>
          <ac:spMkLst>
            <pc:docMk/>
            <pc:sldMk cId="2391678601" sldId="265"/>
            <ac:spMk id="15" creationId="{714B7BD6-9E4E-10BA-DDB8-E9863CAA69F2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39:11.692" v="424"/>
          <ac:spMkLst>
            <pc:docMk/>
            <pc:sldMk cId="2391678601" sldId="265"/>
            <ac:spMk id="20" creationId="{AF6ABDA6-4E69-B414-58E4-922F7F10B1D5}"/>
          </ac:spMkLst>
        </pc:spChg>
        <pc:spChg chg="add mod">
          <ac:chgData name="Paridhi Jain" userId="S::paridhi.jain.2024@sse.ac.in::37330494-d85a-497e-825c-b4ac8cabcfd4" providerId="AD" clId="Web-{0F5F4A1B-8E1A-B9A1-ECDC-D084DFA47517}" dt="2026-09-26T12:44:03.595" v="594" actId="20577"/>
          <ac:spMkLst>
            <pc:docMk/>
            <pc:sldMk cId="2391678601" sldId="265"/>
            <ac:spMk id="21" creationId="{6A258CF0-A0E8-DE55-F303-02008FEC53E3}"/>
          </ac:spMkLst>
        </pc:spChg>
        <pc:graphicFrameChg chg="add mod modGraphic">
          <ac:chgData name="Paridhi Jain" userId="S::paridhi.jain.2024@sse.ac.in::37330494-d85a-497e-825c-b4ac8cabcfd4" providerId="AD" clId="Web-{0F5F4A1B-8E1A-B9A1-ECDC-D084DFA47517}" dt="2026-09-26T12:40:44.931" v="469"/>
          <ac:graphicFrameMkLst>
            <pc:docMk/>
            <pc:sldMk cId="2391678601" sldId="265"/>
            <ac:graphicFrameMk id="17" creationId="{1519F168-7DC8-09E7-9F5A-E82C83FC0630}"/>
          </ac:graphicFrameMkLst>
        </pc:graphicFrameChg>
        <pc:graphicFrameChg chg="add mod modGraphic">
          <ac:chgData name="Paridhi Jain" userId="S::paridhi.jain.2024@sse.ac.in::37330494-d85a-497e-825c-b4ac8cabcfd4" providerId="AD" clId="Web-{0F5F4A1B-8E1A-B9A1-ECDC-D084DFA47517}" dt="2026-09-26T12:44:33.050" v="595"/>
          <ac:graphicFrameMkLst>
            <pc:docMk/>
            <pc:sldMk cId="2391678601" sldId="265"/>
            <ac:graphicFrameMk id="19" creationId="{50D13A3D-9FE4-271A-525D-5B2777171AF2}"/>
          </ac:graphicFrameMkLst>
        </pc:graphicFrameChg>
        <pc:picChg chg="add">
          <ac:chgData name="Paridhi Jain" userId="S::paridhi.jain.2024@sse.ac.in::37330494-d85a-497e-825c-b4ac8cabcfd4" providerId="AD" clId="Web-{0F5F4A1B-8E1A-B9A1-ECDC-D084DFA47517}" dt="2026-09-26T12:31:39.704" v="351"/>
          <ac:picMkLst>
            <pc:docMk/>
            <pc:sldMk cId="2391678601" sldId="265"/>
            <ac:picMk id="7" creationId="{ED9BFF0A-3A30-C08C-CA98-D0C97E7A57E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ymbiosisacin-my.sharepoint.com/personal/paridhi_jain_2024_sse_ac_in/Documents/Newgen%20Software%20-%20Investment%20Pitch_ColumnClustered%20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ymbiosisacin-my.sharepoint.com/personal/paridhi_jain_2024_sse_ac_in/Documents/Newgen%20Software%20-%20Investment%20Pitch_ColumnStack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ymbiosisacin-my.sharepoint.com/personal/paridhi_jain_2024_sse_ac_in/Documents/Newgen%20Software%20-%20Investment%20Pitch_ColumnClustered%20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ymbiosisacin-my.sharepoint.com/personal/paridhi_jain_2024_sse_ac_in/Documents/Newgen%20Software%20-%20Investment%20Pitch_Lin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India Digital Transformation Market ($bn)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($bn)</c:v>
                </c:pt>
              </c:strCache>
            </c:strRef>
          </c:tx>
          <c:spPr>
            <a:solidFill>
              <a:srgbClr val="E873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2030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46.42</c:v>
                </c:pt>
                <c:pt idx="1">
                  <c:v>99.37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D2-4956-8D9A-B7A0B61CC5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0538495"/>
        <c:axId val="1480535135"/>
      </c:barChart>
      <c:catAx>
        <c:axId val="1480538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535135"/>
        <c:crosses val="autoZero"/>
        <c:auto val="1"/>
        <c:lblAlgn val="ctr"/>
        <c:lblOffset val="100"/>
        <c:noMultiLvlLbl val="0"/>
      </c:catAx>
      <c:valAx>
        <c:axId val="1480535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538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Annuity Revenue Mix (₹ Cr)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0C361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246.1</c:v>
                </c:pt>
                <c:pt idx="1">
                  <c:v>322.7</c:v>
                </c:pt>
                <c:pt idx="2">
                  <c:v>373.15</c:v>
                </c:pt>
                <c:pt idx="3">
                  <c:v>431.2</c:v>
                </c:pt>
                <c:pt idx="4">
                  <c:v>525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98-4BD0-8992-4FFFB58A65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Annuity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210.4</c:v>
                </c:pt>
                <c:pt idx="1">
                  <c:v>271.8</c:v>
                </c:pt>
                <c:pt idx="2">
                  <c:v>376.65</c:v>
                </c:pt>
                <c:pt idx="3">
                  <c:v>402.55</c:v>
                </c:pt>
                <c:pt idx="4">
                  <c:v>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98-4BD0-8992-4FFFB58A6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81113807"/>
        <c:axId val="1481117167"/>
      </c:barChart>
      <c:catAx>
        <c:axId val="148111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117167"/>
        <c:crosses val="autoZero"/>
        <c:auto val="1"/>
        <c:lblAlgn val="ctr"/>
        <c:lblOffset val="100"/>
        <c:noMultiLvlLbl val="0"/>
      </c:catAx>
      <c:valAx>
        <c:axId val="1481117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113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Revenue Growth (₹ Cr)</a:t>
            </a:r>
          </a:p>
        </c:rich>
      </c:tx>
      <c:layout>
        <c:manualLayout>
          <c:xMode val="edge"/>
          <c:yMode val="edge"/>
          <c:x val="0.30506386488065951"/>
          <c:y val="2.38054800451580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₹Cr</c:v>
                </c:pt>
              </c:strCache>
            </c:strRef>
          </c:tx>
          <c:spPr>
            <a:solidFill>
              <a:srgbClr val="E873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778.96</c:v>
                </c:pt>
                <c:pt idx="1">
                  <c:v>973.98</c:v>
                </c:pt>
                <c:pt idx="2" formatCode="#,##0.00">
                  <c:v>1243.83</c:v>
                </c:pt>
                <c:pt idx="3" formatCode="#,##0.00">
                  <c:v>1486.88</c:v>
                </c:pt>
                <c:pt idx="4" formatCode="#,##0.00">
                  <c:v>1574.4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6D-467B-90E2-954C73DE71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2387567"/>
        <c:axId val="1372389007"/>
      </c:barChart>
      <c:catAx>
        <c:axId val="1372387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2389007"/>
        <c:crosses val="autoZero"/>
        <c:auto val="1"/>
        <c:lblAlgn val="ctr"/>
        <c:lblOffset val="100"/>
        <c:noMultiLvlLbl val="0"/>
      </c:catAx>
      <c:valAx>
        <c:axId val="1372389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2387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EBITDA Margin (%)</a:t>
            </a:r>
          </a:p>
        </c:rich>
      </c:tx>
      <c:layout>
        <c:manualLayout>
          <c:xMode val="edge"/>
          <c:yMode val="edge"/>
          <c:x val="0.3352272782613599"/>
          <c:y val="2.14992744344696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ln w="28575" cap="rnd">
              <a:solidFill>
                <a:srgbClr val="E8733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D5015"/>
              </a:solidFill>
              <a:ln w="25400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0.24990000000000001</c:v>
                </c:pt>
                <c:pt idx="1">
                  <c:v>0.21790000000000001</c:v>
                </c:pt>
                <c:pt idx="2">
                  <c:v>0.23180000000000001</c:v>
                </c:pt>
                <c:pt idx="3">
                  <c:v>0.253</c:v>
                </c:pt>
                <c:pt idx="4">
                  <c:v>0.25769999999999998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8F-4482-8547-BA4E5EE0A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1119087"/>
        <c:axId val="1481118127"/>
      </c:lineChart>
      <c:catAx>
        <c:axId val="148111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118127"/>
        <c:crosses val="autoZero"/>
        <c:auto val="1"/>
        <c:lblAlgn val="ctr"/>
        <c:lblOffset val="100"/>
        <c:noMultiLvlLbl val="0"/>
      </c:catAx>
      <c:valAx>
        <c:axId val="1481118127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119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1BB33E-FED4-C842-F326-6A3E84B9A76E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742950">
              <a:buAutoNum type="arabicPeriod"/>
            </a:pPr>
            <a:r>
              <a:rPr lang="en-US" sz="3600" b="1" dirty="0">
                <a:latin typeface="Times New Roman"/>
                <a:cs typeface="Times New Roman"/>
              </a:rPr>
              <a:t>Investment Thesis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076D6-96F2-7E07-D6BF-483A479BC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486715-5B5F-FA51-8BB9-2509EB714EA1}"/>
              </a:ext>
            </a:extLst>
          </p:cNvPr>
          <p:cNvSpPr txBox="1"/>
          <p:nvPr/>
        </p:nvSpPr>
        <p:spPr>
          <a:xfrm>
            <a:off x="289965" y="913726"/>
            <a:ext cx="1129513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Newgen Software: Recurring Revenue + SaaS Growth Create a Higher-Quality Growth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E0992-9CEE-C70C-1403-DC793A2D11A1}"/>
              </a:ext>
            </a:extLst>
          </p:cNvPr>
          <p:cNvSpPr txBox="1"/>
          <p:nvPr/>
        </p:nvSpPr>
        <p:spPr>
          <a:xfrm>
            <a:off x="296708" y="1709442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Investment Thesis | FY26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AA9039-9115-E5F4-0276-A653123BBF65}"/>
              </a:ext>
            </a:extLst>
          </p:cNvPr>
          <p:cNvSpPr/>
          <p:nvPr/>
        </p:nvSpPr>
        <p:spPr>
          <a:xfrm>
            <a:off x="296707" y="2238796"/>
            <a:ext cx="2333205" cy="11707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19.2%</a:t>
            </a:r>
            <a:endParaRPr lang="en-US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FY22–FY26 Revenue CAGR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A53433-5E22-66B2-C8D3-021DE199BA38}"/>
              </a:ext>
            </a:extLst>
          </p:cNvPr>
          <p:cNvSpPr/>
          <p:nvPr/>
        </p:nvSpPr>
        <p:spPr>
          <a:xfrm>
            <a:off x="3047998" y="2238795"/>
            <a:ext cx="2333205" cy="11707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rtl="0"/>
            <a:r>
              <a:rPr lang="en-US" b="1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36</a:t>
            </a:r>
            <a:r>
              <a:rPr lang="en-US" sz="1800" b="1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%</a:t>
            </a:r>
            <a:r>
              <a:rPr lang="en-US" sz="1800" dirty="0"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FY26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SaaS Revenue</a:t>
            </a:r>
            <a:r>
              <a:rPr lang="en-US" sz="1800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Growth</a:t>
            </a:r>
            <a:endParaRPr lang="en-US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A26F09-6D54-8A7B-4C09-A84B21FA0FE5}"/>
              </a:ext>
            </a:extLst>
          </p:cNvPr>
          <p:cNvSpPr/>
          <p:nvPr/>
        </p:nvSpPr>
        <p:spPr>
          <a:xfrm>
            <a:off x="5799291" y="2238796"/>
            <a:ext cx="2333205" cy="11707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₹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Segoe UI"/>
                <a:cs typeface="Segoe UI"/>
              </a:rPr>
              <a:t>9</a:t>
            </a:r>
            <a:r>
              <a:rPr lang="en-US" b="1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68 Cr</a:t>
            </a:r>
            <a:r>
              <a:rPr lang="en-US" sz="1800" dirty="0">
                <a:latin typeface="Times New Roman"/>
                <a:ea typeface="Segoe UI"/>
                <a:cs typeface="Segoe UI"/>
              </a:rPr>
              <a:t>​</a:t>
            </a:r>
            <a:endParaRPr lang="en-US" dirty="0"/>
          </a:p>
          <a:p>
            <a:pPr algn="ctr"/>
            <a:r>
              <a:rPr lang="en-US" sz="1800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FY26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Annuity Revenue</a:t>
            </a:r>
            <a:endParaRPr lang="en-US" dirty="0">
              <a:latin typeface="Times New Roman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93173A-1094-7033-3CF8-EFA5B79B5058}"/>
              </a:ext>
            </a:extLst>
          </p:cNvPr>
          <p:cNvSpPr txBox="1"/>
          <p:nvPr/>
        </p:nvSpPr>
        <p:spPr>
          <a:xfrm>
            <a:off x="296422" y="3615529"/>
            <a:ext cx="830108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01. Recurring Revenue: ₹968 Cr annuity revenue provides a growing recurring revenue base.</a:t>
            </a:r>
          </a:p>
          <a:p>
            <a:r>
              <a:rPr lang="en-US" dirty="0">
                <a:latin typeface="Times New Roman"/>
                <a:cs typeface="Times New Roman"/>
              </a:rPr>
              <a:t>02. SaaS Momentum: SaaS revenue grew 36% YoY in FY26, outpacing overall revenue growth.</a:t>
            </a:r>
          </a:p>
          <a:p>
            <a:r>
              <a:rPr lang="en-US" dirty="0">
                <a:latin typeface="Times New Roman"/>
                <a:cs typeface="Times New Roman"/>
              </a:rPr>
              <a:t>03. AI + Low-Code: </a:t>
            </a:r>
            <a:r>
              <a:rPr lang="en-US" dirty="0" err="1">
                <a:latin typeface="Times New Roman"/>
                <a:cs typeface="Times New Roman"/>
              </a:rPr>
              <a:t>NewgenONE</a:t>
            </a:r>
            <a:r>
              <a:rPr lang="en-US" dirty="0">
                <a:latin typeface="Times New Roman"/>
                <a:cs typeface="Times New Roman"/>
              </a:rPr>
              <a:t> combines low-code automation, content management and AI capabilities.</a:t>
            </a:r>
          </a:p>
          <a:p>
            <a:r>
              <a:rPr lang="en-US" dirty="0">
                <a:latin typeface="Times New Roman"/>
                <a:cs typeface="Times New Roman"/>
              </a:rPr>
              <a:t>04. Customer Expansion: 101 customers generated &gt;₹5 Cr of billing in FY26.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3D817D-EE32-B574-CE62-3B5C4A132CCD}"/>
              </a:ext>
            </a:extLst>
          </p:cNvPr>
          <p:cNvSpPr txBox="1"/>
          <p:nvPr/>
        </p:nvSpPr>
        <p:spPr>
          <a:xfrm>
            <a:off x="8052148" y="1662981"/>
            <a:ext cx="44101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NEWGEN GROWTH ENGINE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C2E9AD-37AB-2540-6D8C-F393DD162C9D}"/>
              </a:ext>
            </a:extLst>
          </p:cNvPr>
          <p:cNvSpPr/>
          <p:nvPr/>
        </p:nvSpPr>
        <p:spPr>
          <a:xfrm>
            <a:off x="9002960" y="2303601"/>
            <a:ext cx="2508531" cy="7889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76000"/>
                  </a:schemeClr>
                </a:solidFill>
                <a:latin typeface="Times New Roman"/>
                <a:ea typeface="Aptos"/>
                <a:cs typeface="Times New Roman"/>
              </a:rPr>
              <a:t>₹1,574 Cr</a:t>
            </a:r>
            <a:endParaRPr lang="en-US" sz="1600">
              <a:solidFill>
                <a:schemeClr val="accent2">
                  <a:lumMod val="76000"/>
                </a:schemeClr>
              </a:solidFill>
              <a:latin typeface="Times New Roman"/>
              <a:ea typeface="Aptos"/>
              <a:cs typeface="Times New Roman"/>
            </a:endParaRPr>
          </a:p>
          <a:p>
            <a:pPr algn="ctr"/>
            <a:r>
              <a:rPr lang="en-US" sz="16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FY26 Revenue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2BF8F7-DC87-0F83-6874-19E4DCC9EAB2}"/>
              </a:ext>
            </a:extLst>
          </p:cNvPr>
          <p:cNvSpPr/>
          <p:nvPr/>
        </p:nvSpPr>
        <p:spPr>
          <a:xfrm>
            <a:off x="9002959" y="3456715"/>
            <a:ext cx="2508531" cy="7889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rtl="0"/>
            <a:r>
              <a:rPr lang="en-US" sz="1600" baseline="0" dirty="0">
                <a:solidFill>
                  <a:srgbClr val="C25115"/>
                </a:solidFill>
                <a:latin typeface="Times New Roman"/>
                <a:ea typeface="Segoe UI"/>
                <a:cs typeface="Segoe UI"/>
              </a:rPr>
              <a:t>₹</a:t>
            </a:r>
            <a:r>
              <a:rPr lang="en-US" sz="1600" dirty="0">
                <a:solidFill>
                  <a:srgbClr val="C25115"/>
                </a:solidFill>
                <a:latin typeface="Times New Roman"/>
                <a:ea typeface="Segoe UI"/>
                <a:cs typeface="Segoe UI"/>
              </a:rPr>
              <a:t>968</a:t>
            </a:r>
            <a:r>
              <a:rPr lang="en-US" sz="1600" baseline="0" dirty="0">
                <a:solidFill>
                  <a:srgbClr val="C25115"/>
                </a:solidFill>
                <a:latin typeface="Times New Roman"/>
                <a:ea typeface="Segoe UI"/>
                <a:cs typeface="Segoe UI"/>
              </a:rPr>
              <a:t> Cr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​</a:t>
            </a:r>
          </a:p>
          <a:p>
            <a:pPr algn="ctr"/>
            <a:r>
              <a:rPr lang="en-US" sz="1600" dirty="0">
                <a:solidFill>
                  <a:srgbClr val="C25115"/>
                </a:solidFill>
                <a:latin typeface="Times New Roman"/>
                <a:ea typeface="Segoe UI"/>
                <a:cs typeface="Segoe UI"/>
              </a:rPr>
              <a:t>Annuity Revenue</a:t>
            </a:r>
            <a:r>
              <a:rPr lang="en-US" sz="1600" dirty="0">
                <a:latin typeface="Times New Roman"/>
                <a:ea typeface="Segoe UI"/>
                <a:cs typeface="Segoe UI"/>
              </a:rPr>
              <a:t>​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B2647-2494-15BA-E3B6-5871BE029753}"/>
              </a:ext>
            </a:extLst>
          </p:cNvPr>
          <p:cNvSpPr/>
          <p:nvPr/>
        </p:nvSpPr>
        <p:spPr>
          <a:xfrm>
            <a:off x="9002960" y="4609831"/>
            <a:ext cx="2508531" cy="7889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C25115"/>
                </a:solidFill>
                <a:latin typeface="Times New Roman"/>
                <a:ea typeface="Segoe UI"/>
                <a:cs typeface="Segoe UI"/>
              </a:rPr>
              <a:t>+36%</a:t>
            </a:r>
          </a:p>
          <a:p>
            <a:pPr algn="ctr"/>
            <a:r>
              <a:rPr lang="en-US" sz="1600" dirty="0">
                <a:solidFill>
                  <a:srgbClr val="C25115"/>
                </a:solidFill>
                <a:latin typeface="Times New Roman"/>
                <a:cs typeface="Segoe UI"/>
              </a:rPr>
              <a:t>SaaS Growth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9AF9F1-8CF0-A8D7-B56C-22E9AFC3E3AB}"/>
              </a:ext>
            </a:extLst>
          </p:cNvPr>
          <p:cNvSpPr txBox="1"/>
          <p:nvPr/>
        </p:nvSpPr>
        <p:spPr>
          <a:xfrm>
            <a:off x="299565" y="5640708"/>
            <a:ext cx="1130187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Core Thesis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Newgen’s shift toward recurring, subscription-led and SaaS revenue could support stronger growth quality and operating leverage as AI adoption expands.</a:t>
            </a:r>
            <a:endParaRPr lang="en-US">
              <a:latin typeface="Times New Roman"/>
              <a:cs typeface="Times New Roman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0DF6A39-DE8E-6DC8-7C32-5F491B8D6845}"/>
              </a:ext>
            </a:extLst>
          </p:cNvPr>
          <p:cNvCxnSpPr/>
          <p:nvPr/>
        </p:nvCxnSpPr>
        <p:spPr>
          <a:xfrm>
            <a:off x="10260540" y="3110690"/>
            <a:ext cx="571" cy="353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64A8EE-0202-CB6D-EC38-1AD114EC6822}"/>
              </a:ext>
            </a:extLst>
          </p:cNvPr>
          <p:cNvCxnSpPr>
            <a:cxnSpLocks/>
          </p:cNvCxnSpPr>
          <p:nvPr/>
        </p:nvCxnSpPr>
        <p:spPr>
          <a:xfrm>
            <a:off x="10292827" y="4247232"/>
            <a:ext cx="571" cy="353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218774-1B87-133A-F502-7DB34EA5023F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2. Company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736601-8E6E-61FA-F62D-0E57F083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88FEAC-9AA7-F3FE-A148-8147211407F6}"/>
              </a:ext>
            </a:extLst>
          </p:cNvPr>
          <p:cNvSpPr txBox="1"/>
          <p:nvPr/>
        </p:nvSpPr>
        <p:spPr>
          <a:xfrm>
            <a:off x="289965" y="913726"/>
            <a:ext cx="112951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Enterprise software for automated and efficient business processes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ED9B68-A769-63CD-AC50-40A2406C3742}"/>
              </a:ext>
            </a:extLst>
          </p:cNvPr>
          <p:cNvSpPr txBox="1"/>
          <p:nvPr/>
        </p:nvSpPr>
        <p:spPr>
          <a:xfrm>
            <a:off x="296708" y="1373063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Newgen Software Technologies | FY26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4E30C05-93F3-1BCB-6299-EDA1497D1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253896"/>
              </p:ext>
            </p:extLst>
          </p:nvPr>
        </p:nvGraphicFramePr>
        <p:xfrm>
          <a:off x="665892" y="5560540"/>
          <a:ext cx="10554148" cy="961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537">
                  <a:extLst>
                    <a:ext uri="{9D8B030D-6E8A-4147-A177-3AD203B41FA5}">
                      <a16:colId xmlns:a16="http://schemas.microsoft.com/office/drawing/2014/main" val="1231026794"/>
                    </a:ext>
                  </a:extLst>
                </a:gridCol>
                <a:gridCol w="2638537">
                  <a:extLst>
                    <a:ext uri="{9D8B030D-6E8A-4147-A177-3AD203B41FA5}">
                      <a16:colId xmlns:a16="http://schemas.microsoft.com/office/drawing/2014/main" val="3109302131"/>
                    </a:ext>
                  </a:extLst>
                </a:gridCol>
                <a:gridCol w="2638537">
                  <a:extLst>
                    <a:ext uri="{9D8B030D-6E8A-4147-A177-3AD203B41FA5}">
                      <a16:colId xmlns:a16="http://schemas.microsoft.com/office/drawing/2014/main" val="3479041750"/>
                    </a:ext>
                  </a:extLst>
                </a:gridCol>
                <a:gridCol w="2638537">
                  <a:extLst>
                    <a:ext uri="{9D8B030D-6E8A-4147-A177-3AD203B41FA5}">
                      <a16:colId xmlns:a16="http://schemas.microsoft.com/office/drawing/2014/main" val="1701491863"/>
                    </a:ext>
                  </a:extLst>
                </a:gridCol>
              </a:tblGrid>
              <a:tr h="9617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₹1,574 Cr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Revenue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₹968 Cr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Annuity Revenue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101</a:t>
                      </a:r>
                      <a:endParaRPr lang="en-US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Customers &gt;₹5 Cr Billing</a:t>
                      </a:r>
                      <a:endParaRPr lang="en-US" dirty="0"/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47</a:t>
                      </a:r>
                      <a:endParaRPr lang="en-US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New Logos FY26</a:t>
                      </a:r>
                      <a:endParaRPr lang="en-US" dirty="0"/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437"/>
                  </a:ext>
                </a:extLst>
              </a:tr>
            </a:tbl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78CDF618-E661-5848-0F58-EBFBD48399BE}"/>
              </a:ext>
            </a:extLst>
          </p:cNvPr>
          <p:cNvSpPr/>
          <p:nvPr/>
        </p:nvSpPr>
        <p:spPr>
          <a:xfrm>
            <a:off x="8402491" y="2833936"/>
            <a:ext cx="1759830" cy="13503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Times New Roman"/>
                <a:cs typeface="Times New Roman"/>
              </a:rPr>
              <a:t>NewgenONE</a:t>
            </a:r>
            <a:endParaRPr lang="en-US" sz="1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Unified Enterprise Platform</a:t>
            </a:r>
            <a:endParaRPr lang="en-US" sz="1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EB76EB-9179-D18D-C833-831B7C2CAFE2}"/>
              </a:ext>
            </a:extLst>
          </p:cNvPr>
          <p:cNvSpPr/>
          <p:nvPr/>
        </p:nvSpPr>
        <p:spPr>
          <a:xfrm>
            <a:off x="7191919" y="4158659"/>
            <a:ext cx="1494257" cy="11118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AI/ML Capabilities</a:t>
            </a:r>
            <a:endParaRPr lang="en-US" sz="1400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181FBB-5254-A79B-723F-00CD006EBF18}"/>
              </a:ext>
            </a:extLst>
          </p:cNvPr>
          <p:cNvSpPr/>
          <p:nvPr/>
        </p:nvSpPr>
        <p:spPr>
          <a:xfrm>
            <a:off x="6603514" y="2403459"/>
            <a:ext cx="1473660" cy="11118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Process Automation</a:t>
            </a:r>
            <a:endParaRPr lang="en-US" sz="1400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996B7D-661A-03EA-5F40-4713C8651562}"/>
              </a:ext>
            </a:extLst>
          </p:cNvPr>
          <p:cNvSpPr/>
          <p:nvPr/>
        </p:nvSpPr>
        <p:spPr>
          <a:xfrm>
            <a:off x="9491005" y="4223462"/>
            <a:ext cx="2009115" cy="11118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Customer Communication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7AC58E-4B97-EBF5-C923-58ED9D11F8F8}"/>
              </a:ext>
            </a:extLst>
          </p:cNvPr>
          <p:cNvSpPr/>
          <p:nvPr/>
        </p:nvSpPr>
        <p:spPr>
          <a:xfrm>
            <a:off x="10492169" y="2403459"/>
            <a:ext cx="1233390" cy="11118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Low Code Platform</a:t>
            </a:r>
            <a:endParaRPr lang="en-US" sz="140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D6D1D6-18A5-4416-FF6C-41FC4B07247B}"/>
              </a:ext>
            </a:extLst>
          </p:cNvPr>
          <p:cNvSpPr/>
          <p:nvPr/>
        </p:nvSpPr>
        <p:spPr>
          <a:xfrm>
            <a:off x="8458599" y="1443774"/>
            <a:ext cx="1645279" cy="10294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Content Management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04BDA9-9888-C594-66CB-999FA92B6558}"/>
              </a:ext>
            </a:extLst>
          </p:cNvPr>
          <p:cNvCxnSpPr/>
          <p:nvPr/>
        </p:nvCxnSpPr>
        <p:spPr>
          <a:xfrm>
            <a:off x="9269344" y="2505277"/>
            <a:ext cx="13731" cy="260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423DD1-7140-3515-1337-3CF8D98546EE}"/>
              </a:ext>
            </a:extLst>
          </p:cNvPr>
          <p:cNvCxnSpPr/>
          <p:nvPr/>
        </p:nvCxnSpPr>
        <p:spPr>
          <a:xfrm>
            <a:off x="8091495" y="3023308"/>
            <a:ext cx="334334" cy="14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65A70C-AE50-48C7-2BF7-2A34436555A4}"/>
              </a:ext>
            </a:extLst>
          </p:cNvPr>
          <p:cNvCxnSpPr/>
          <p:nvPr/>
        </p:nvCxnSpPr>
        <p:spPr>
          <a:xfrm flipV="1">
            <a:off x="8357308" y="3955430"/>
            <a:ext cx="186069" cy="274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A91469-DF9C-A7E4-198D-D1A66EDC4C7C}"/>
              </a:ext>
            </a:extLst>
          </p:cNvPr>
          <p:cNvCxnSpPr/>
          <p:nvPr/>
        </p:nvCxnSpPr>
        <p:spPr>
          <a:xfrm flipH="1" flipV="1">
            <a:off x="10064805" y="3868859"/>
            <a:ext cx="198828" cy="2699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6150D4-0417-07B2-F2C0-668CE155B2B3}"/>
              </a:ext>
            </a:extLst>
          </p:cNvPr>
          <p:cNvCxnSpPr/>
          <p:nvPr/>
        </p:nvCxnSpPr>
        <p:spPr>
          <a:xfrm flipH="1">
            <a:off x="10121668" y="3081761"/>
            <a:ext cx="345794" cy="2180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F626017-4158-1AD6-5948-CFEDBF667F17}"/>
              </a:ext>
            </a:extLst>
          </p:cNvPr>
          <p:cNvSpPr txBox="1"/>
          <p:nvPr/>
        </p:nvSpPr>
        <p:spPr>
          <a:xfrm>
            <a:off x="315783" y="1959919"/>
            <a:ext cx="653535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imes New Roman"/>
                <a:cs typeface="Times New Roman"/>
              </a:rPr>
              <a:t>What Newgen does.</a:t>
            </a:r>
          </a:p>
          <a:p>
            <a:r>
              <a:rPr lang="en-US" sz="1600" dirty="0">
                <a:latin typeface="Times New Roman"/>
                <a:cs typeface="Times New Roman"/>
              </a:rPr>
              <a:t>Newgen provides enterprise software for workflow automation, content management and process digitization, serving organizations across BFSI, government and healthcare.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B488FF-3828-F2D3-4AB8-3B31F5EC32E8}"/>
              </a:ext>
            </a:extLst>
          </p:cNvPr>
          <p:cNvSpPr txBox="1"/>
          <p:nvPr/>
        </p:nvSpPr>
        <p:spPr>
          <a:xfrm>
            <a:off x="322648" y="3257379"/>
            <a:ext cx="607540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1.Workflow Automation: Automates complex enterprise processes</a:t>
            </a:r>
            <a:endParaRPr lang="en-US" sz="1600"/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2. Content Management: Manages documents and enterprise content</a:t>
            </a:r>
            <a:endParaRPr lang="en-US" sz="1600" dirty="0">
              <a:latin typeface="Aptos" panose="02110004020202020204"/>
              <a:cs typeface="Times New Roman"/>
            </a:endParaRP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3. Low-Code Platform: Enables faster application development</a:t>
            </a: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4. AI / ML: Adds intelligence to enterprise workflows</a:t>
            </a:r>
          </a:p>
        </p:txBody>
      </p:sp>
    </p:spTree>
    <p:extLst>
      <p:ext uri="{BB962C8B-B14F-4D97-AF65-F5344CB8AC3E}">
        <p14:creationId xmlns:p14="http://schemas.microsoft.com/office/powerpoint/2010/main" val="114022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F77D15-B790-4880-0778-709775AFDC7A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3. Industry Opportunity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536292-A83B-59F8-93E6-1BBBB6E4F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CCE279-A437-09CB-AA7C-C10FDCFE8BE5}"/>
              </a:ext>
            </a:extLst>
          </p:cNvPr>
          <p:cNvSpPr txBox="1"/>
          <p:nvPr/>
        </p:nvSpPr>
        <p:spPr>
          <a:xfrm>
            <a:off x="289965" y="913726"/>
            <a:ext cx="112951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India’s digital transformation market is expanding rapidly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F75BF6-35B4-CE8E-E265-A7B90D0F0488}"/>
              </a:ext>
            </a:extLst>
          </p:cNvPr>
          <p:cNvSpPr txBox="1"/>
          <p:nvPr/>
        </p:nvSpPr>
        <p:spPr>
          <a:xfrm>
            <a:off x="286548" y="1373063"/>
            <a:ext cx="70510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Structural demand from AI, cloud adoption and enterprise modernization</a:t>
            </a:r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90F073A-2E14-C685-2D5D-47A63666F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314177"/>
              </p:ext>
            </p:extLst>
          </p:nvPr>
        </p:nvGraphicFramePr>
        <p:xfrm>
          <a:off x="619760" y="5405120"/>
          <a:ext cx="10959468" cy="109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894">
                  <a:extLst>
                    <a:ext uri="{9D8B030D-6E8A-4147-A177-3AD203B41FA5}">
                      <a16:colId xmlns:a16="http://schemas.microsoft.com/office/drawing/2014/main" val="1231026794"/>
                    </a:ext>
                  </a:extLst>
                </a:gridCol>
                <a:gridCol w="2191894">
                  <a:extLst>
                    <a:ext uri="{9D8B030D-6E8A-4147-A177-3AD203B41FA5}">
                      <a16:colId xmlns:a16="http://schemas.microsoft.com/office/drawing/2014/main" val="3109302131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val="3479041750"/>
                    </a:ext>
                  </a:extLst>
                </a:gridCol>
                <a:gridCol w="2133599">
                  <a:extLst>
                    <a:ext uri="{9D8B030D-6E8A-4147-A177-3AD203B41FA5}">
                      <a16:colId xmlns:a16="http://schemas.microsoft.com/office/drawing/2014/main" val="1701491863"/>
                    </a:ext>
                  </a:extLst>
                </a:gridCol>
                <a:gridCol w="2067181">
                  <a:extLst>
                    <a:ext uri="{9D8B030D-6E8A-4147-A177-3AD203B41FA5}">
                      <a16:colId xmlns:a16="http://schemas.microsoft.com/office/drawing/2014/main" val="3135301291"/>
                    </a:ext>
                  </a:extLst>
                </a:gridCol>
              </a:tblGrid>
              <a:tr h="10922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AI &amp; Generative AI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AI adoption across enterprise workflows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Cloud Adoption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Migration toward cloud-based platforms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Low-Code / Automation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Faster enterprise application development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Enterprise Digitalization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Modernization of legacy processes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Process Modernization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Automation of complex workflows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4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9E1C4E-A394-1D22-F571-B70BA1A44EBB}"/>
              </a:ext>
            </a:extLst>
          </p:cNvPr>
          <p:cNvSpPr txBox="1"/>
          <p:nvPr/>
        </p:nvSpPr>
        <p:spPr>
          <a:xfrm>
            <a:off x="7336168" y="2688293"/>
            <a:ext cx="332361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India Software Spending</a:t>
            </a:r>
            <a:endParaRPr lang="en-US" dirty="0">
              <a:latin typeface="Times New Roman"/>
              <a:cs typeface="Times New Roman"/>
            </a:endParaRPr>
          </a:p>
          <a:p>
            <a:endParaRPr lang="en-US" b="1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$24.7bn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+17.6% YoY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2026E</a:t>
            </a:r>
            <a:endParaRPr lang="en-US" dirty="0">
              <a:latin typeface="Times New Roman"/>
              <a:cs typeface="Times New Roman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332D041-80D0-752E-E771-1D331EEEFB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5291314"/>
              </p:ext>
            </p:extLst>
          </p:nvPr>
        </p:nvGraphicFramePr>
        <p:xfrm>
          <a:off x="1320800" y="2016125"/>
          <a:ext cx="4978400" cy="3069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3196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E03C98-408D-7C36-7FC1-A6D4A3CA0CA5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4. Growth Engine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90C61-61E3-5B29-D3CB-A2087EDFA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9C8A39-7F6B-18F8-C59A-17B984DBD33C}"/>
              </a:ext>
            </a:extLst>
          </p:cNvPr>
          <p:cNvSpPr txBox="1"/>
          <p:nvPr/>
        </p:nvSpPr>
        <p:spPr>
          <a:xfrm>
            <a:off x="289965" y="913726"/>
            <a:ext cx="112951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Recurring revenue is becoming the core engine of Newgen’s growth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D254D-630B-7416-7F89-71F6FFFC2D94}"/>
              </a:ext>
            </a:extLst>
          </p:cNvPr>
          <p:cNvSpPr txBox="1"/>
          <p:nvPr/>
        </p:nvSpPr>
        <p:spPr>
          <a:xfrm>
            <a:off x="286548" y="1373063"/>
            <a:ext cx="838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Subscription and annuity streams continue to expand while SaaS accelerates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3830A-FA61-D71B-C0C9-BB1A9978C969}"/>
              </a:ext>
            </a:extLst>
          </p:cNvPr>
          <p:cNvSpPr txBox="1"/>
          <p:nvPr/>
        </p:nvSpPr>
        <p:spPr>
          <a:xfrm>
            <a:off x="299565" y="5417188"/>
            <a:ext cx="1130187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Why it matters</a:t>
            </a:r>
            <a:endParaRPr lang="en-US" sz="2000"/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Recurring revenue provides greater visibility, while faster SaaS and subscription growth could improve Newgen’s growth mix over time.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A3B4829-77A6-7D18-6EA5-BE81F6397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090089"/>
              </p:ext>
            </p:extLst>
          </p:nvPr>
        </p:nvGraphicFramePr>
        <p:xfrm>
          <a:off x="7483252" y="2167100"/>
          <a:ext cx="2638537" cy="2885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537">
                  <a:extLst>
                    <a:ext uri="{9D8B030D-6E8A-4147-A177-3AD203B41FA5}">
                      <a16:colId xmlns:a16="http://schemas.microsoft.com/office/drawing/2014/main" val="1231026794"/>
                    </a:ext>
                  </a:extLst>
                </a:gridCol>
              </a:tblGrid>
              <a:tr h="96172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₹968 Cr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Annuity Revenue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18477"/>
                  </a:ext>
                </a:extLst>
              </a:tr>
              <a:tr h="96172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₹525 Cr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Subscription Revenue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17720"/>
                  </a:ext>
                </a:extLst>
              </a:tr>
              <a:tr h="9617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+36%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SaaS Revenue Growth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437"/>
                  </a:ext>
                </a:extLst>
              </a:tr>
            </a:tbl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EC2B3E9-675F-5F95-34E4-90DC41616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1893595"/>
              </p:ext>
            </p:extLst>
          </p:nvPr>
        </p:nvGraphicFramePr>
        <p:xfrm>
          <a:off x="965200" y="1985645"/>
          <a:ext cx="5334000" cy="324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46032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DF5A63-6575-F87C-4669-D5086215FE30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5. Financial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78EDB-5D9B-D5E2-AB78-DA067D3FE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643196-DF33-F635-D60B-AE6E2B13C415}"/>
              </a:ext>
            </a:extLst>
          </p:cNvPr>
          <p:cNvSpPr txBox="1"/>
          <p:nvPr/>
        </p:nvSpPr>
        <p:spPr>
          <a:xfrm>
            <a:off x="289965" y="913726"/>
            <a:ext cx="112951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Revenue has compounded strongly while EBITDA margins have recovered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13DBE-A82E-0303-B69E-7D0A0957789F}"/>
              </a:ext>
            </a:extLst>
          </p:cNvPr>
          <p:cNvSpPr txBox="1"/>
          <p:nvPr/>
        </p:nvSpPr>
        <p:spPr>
          <a:xfrm>
            <a:off x="286548" y="1373063"/>
            <a:ext cx="838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FY22–FY26 performance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CC97D-BBB2-A50B-A81B-A690685D6BF6}"/>
              </a:ext>
            </a:extLst>
          </p:cNvPr>
          <p:cNvSpPr txBox="1"/>
          <p:nvPr/>
        </p:nvSpPr>
        <p:spPr>
          <a:xfrm>
            <a:off x="441805" y="5955668"/>
            <a:ext cx="1130187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Financial Takeaway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Revenue reached ₹1,574 Cr in FY26, while EBITDA margin recovered to 25.8% and FCF remained positive at ₹222 Cr.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820D8A-8A3B-A4D7-147C-951771688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965955"/>
              </p:ext>
            </p:extLst>
          </p:nvPr>
        </p:nvGraphicFramePr>
        <p:xfrm>
          <a:off x="2133600" y="5130800"/>
          <a:ext cx="7915611" cy="706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537">
                  <a:extLst>
                    <a:ext uri="{9D8B030D-6E8A-4147-A177-3AD203B41FA5}">
                      <a16:colId xmlns:a16="http://schemas.microsoft.com/office/drawing/2014/main" val="1231026794"/>
                    </a:ext>
                  </a:extLst>
                </a:gridCol>
                <a:gridCol w="2638537">
                  <a:extLst>
                    <a:ext uri="{9D8B030D-6E8A-4147-A177-3AD203B41FA5}">
                      <a16:colId xmlns:a16="http://schemas.microsoft.com/office/drawing/2014/main" val="3109302131"/>
                    </a:ext>
                  </a:extLst>
                </a:gridCol>
                <a:gridCol w="2638537">
                  <a:extLst>
                    <a:ext uri="{9D8B030D-6E8A-4147-A177-3AD203B41FA5}">
                      <a16:colId xmlns:a16="http://schemas.microsoft.com/office/drawing/2014/main" val="3479041750"/>
                    </a:ext>
                  </a:extLst>
                </a:gridCol>
              </a:tblGrid>
              <a:tr h="70602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₹405.8 Cr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EBITDA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₹222.1 Cr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Free Cash Flow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14.1%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FCF Margin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437"/>
                  </a:ext>
                </a:extLst>
              </a:tr>
            </a:tbl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4355990-9704-DB7D-A871-6AD103CD9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468040"/>
              </p:ext>
            </p:extLst>
          </p:nvPr>
        </p:nvGraphicFramePr>
        <p:xfrm>
          <a:off x="772160" y="1924685"/>
          <a:ext cx="4886960" cy="3008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4E731AD-675A-26FF-B50C-DAC07A107E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7206898"/>
              </p:ext>
            </p:extLst>
          </p:nvPr>
        </p:nvGraphicFramePr>
        <p:xfrm>
          <a:off x="6228080" y="1924685"/>
          <a:ext cx="4886960" cy="3008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5209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068D19-FB5A-436B-CF33-0CC398860F03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6. Competitive Position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8C3208-9A6C-B69A-C886-B7AF4AD23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B7B203-47B6-0C5B-9E20-18E26DC51978}"/>
              </a:ext>
            </a:extLst>
          </p:cNvPr>
          <p:cNvSpPr txBox="1"/>
          <p:nvPr/>
        </p:nvSpPr>
        <p:spPr>
          <a:xfrm>
            <a:off x="289965" y="913726"/>
            <a:ext cx="112951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latin typeface="Times New Roman"/>
                <a:ea typeface="+mn-lt"/>
                <a:cs typeface="Times New Roman"/>
              </a:rPr>
              <a:t>NewgenONE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 integrates multiple enterprise capabilities on a single platform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46AC-A427-3005-35F9-528D4184733F}"/>
              </a:ext>
            </a:extLst>
          </p:cNvPr>
          <p:cNvSpPr txBox="1"/>
          <p:nvPr/>
        </p:nvSpPr>
        <p:spPr>
          <a:xfrm>
            <a:off x="286548" y="1373063"/>
            <a:ext cx="838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Low-code, content, process automation and AI under one architecture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E752A-9D54-000C-C45E-6CF03D427DCC}"/>
              </a:ext>
            </a:extLst>
          </p:cNvPr>
          <p:cNvSpPr txBox="1"/>
          <p:nvPr/>
        </p:nvSpPr>
        <p:spPr>
          <a:xfrm>
            <a:off x="299565" y="5417188"/>
            <a:ext cx="1130187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Strategic Differentiation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A unified platform can reduce the complexity of managing multiple enterprise technology layers while enabling faster application and process modernization.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94C9D68-B461-1B25-F13C-D67A2CF05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48572"/>
              </p:ext>
            </p:extLst>
          </p:nvPr>
        </p:nvGraphicFramePr>
        <p:xfrm>
          <a:off x="294640" y="2029460"/>
          <a:ext cx="7086573" cy="2773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1399">
                  <a:extLst>
                    <a:ext uri="{9D8B030D-6E8A-4147-A177-3AD203B41FA5}">
                      <a16:colId xmlns:a16="http://schemas.microsoft.com/office/drawing/2014/main" val="2274993395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4174356756"/>
                    </a:ext>
                  </a:extLst>
                </a:gridCol>
                <a:gridCol w="1066775">
                  <a:extLst>
                    <a:ext uri="{9D8B030D-6E8A-4147-A177-3AD203B41FA5}">
                      <a16:colId xmlns:a16="http://schemas.microsoft.com/office/drawing/2014/main" val="242017974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844777826"/>
                    </a:ext>
                  </a:extLst>
                </a:gridCol>
                <a:gridCol w="1384299">
                  <a:extLst>
                    <a:ext uri="{9D8B030D-6E8A-4147-A177-3AD203B41FA5}">
                      <a16:colId xmlns:a16="http://schemas.microsoft.com/office/drawing/2014/main" val="3418434550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Capability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NewgenONE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Traditional ECM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Point Solutions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Development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70981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Management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86458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Process Automation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△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5074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Low-Code Development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△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△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5836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 / ML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△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△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2374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Customer Communication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△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3436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Unified Platform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✓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59206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D45F83E-6B3F-20D0-DC13-B8281B38F15D}"/>
              </a:ext>
            </a:extLst>
          </p:cNvPr>
          <p:cNvSpPr txBox="1"/>
          <p:nvPr/>
        </p:nvSpPr>
        <p:spPr>
          <a:xfrm>
            <a:off x="7833360" y="2717800"/>
            <a:ext cx="387096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✓ Core capability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△ Partial / dependent on solution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— Limited / not core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4903C0-AFE5-A1A3-A366-AE001AB8AFEC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7. 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204A0-141A-8C0E-2457-061D71080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A22484-2C25-0B05-EA66-56E28256783E}"/>
              </a:ext>
            </a:extLst>
          </p:cNvPr>
          <p:cNvSpPr txBox="1"/>
          <p:nvPr/>
        </p:nvSpPr>
        <p:spPr>
          <a:xfrm>
            <a:off x="289965" y="913726"/>
            <a:ext cx="112951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Valuation methods imply a wide range of intrinsic value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264D6-7470-8B02-0426-64F9800972A4}"/>
              </a:ext>
            </a:extLst>
          </p:cNvPr>
          <p:cNvSpPr txBox="1"/>
          <p:nvPr/>
        </p:nvSpPr>
        <p:spPr>
          <a:xfrm>
            <a:off x="286548" y="1373063"/>
            <a:ext cx="838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DCF and trading comparables provide different valuation reference points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8BF34-4A07-2715-7F8D-A0C82B15EA2B}"/>
              </a:ext>
            </a:extLst>
          </p:cNvPr>
          <p:cNvSpPr txBox="1"/>
          <p:nvPr/>
        </p:nvSpPr>
        <p:spPr>
          <a:xfrm>
            <a:off x="299565" y="5417188"/>
            <a:ext cx="1130187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Valuation Takeaway</a:t>
            </a: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DCF produces a lower valuation reference point, while trading multiples imply higher values relative to the current market price.</a:t>
            </a:r>
            <a:endParaRPr lang="en-US" sz="2000">
              <a:latin typeface="Times New Roman"/>
              <a:ea typeface="+mn-lt"/>
              <a:cs typeface="Times New Roman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761A2-DF3C-BA7F-3DE4-5039DF97BE45}"/>
              </a:ext>
            </a:extLst>
          </p:cNvPr>
          <p:cNvSpPr/>
          <p:nvPr/>
        </p:nvSpPr>
        <p:spPr>
          <a:xfrm>
            <a:off x="510066" y="1923836"/>
            <a:ext cx="2384005" cy="2552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Times New Roman"/>
              </a:rPr>
              <a:t>DCF</a:t>
            </a:r>
            <a:endParaRPr lang="en-US" dirty="0"/>
          </a:p>
          <a:p>
            <a:pPr algn="ctr"/>
            <a:r>
              <a:rPr lang="en-US" b="1" dirty="0">
                <a:solidFill>
                  <a:srgbClr val="000000"/>
                </a:solidFill>
                <a:highlight>
                  <a:srgbClr val="F6C6AD"/>
                </a:highlight>
                <a:latin typeface="Times New Roman"/>
                <a:cs typeface="Times New Roman"/>
              </a:rPr>
              <a:t>₹384</a:t>
            </a:r>
            <a:endParaRPr lang="en-US" dirty="0"/>
          </a:p>
          <a:p>
            <a:pPr algn="ctr"/>
            <a:endParaRPr lang="en-US" dirty="0">
              <a:solidFill>
                <a:srgbClr val="000000"/>
              </a:solidFill>
              <a:highlight>
                <a:srgbClr val="F6C6AD"/>
              </a:highlight>
              <a:latin typeface="Times New Roman"/>
              <a:ea typeface="Times New Roman"/>
              <a:cs typeface="Times New Roman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Implied Share Price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13.57% WACC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4.5% Terminal Growth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3ADE61-1E54-E944-5BBF-931CF943F478}"/>
              </a:ext>
            </a:extLst>
          </p:cNvPr>
          <p:cNvSpPr/>
          <p:nvPr/>
        </p:nvSpPr>
        <p:spPr>
          <a:xfrm>
            <a:off x="3263426" y="1923836"/>
            <a:ext cx="2414485" cy="2552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Times New Roman"/>
              </a:rPr>
              <a:t>EV/EBITDA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highlight>
                  <a:srgbClr val="F6C6AD"/>
                </a:highlight>
                <a:latin typeface="Times New Roman"/>
                <a:cs typeface="Times New Roman"/>
              </a:rPr>
              <a:t>₹678</a:t>
            </a:r>
            <a:endParaRPr lang="en-US" dirty="0"/>
          </a:p>
          <a:p>
            <a:pPr algn="ctr"/>
            <a:endParaRPr lang="en-US" b="1" dirty="0">
              <a:solidFill>
                <a:srgbClr val="000000"/>
              </a:solidFill>
              <a:highlight>
                <a:srgbClr val="F6C6AD"/>
              </a:highlight>
              <a:latin typeface="Times New Roman"/>
              <a:ea typeface="Times New Roman"/>
              <a:cs typeface="Times New Roman"/>
            </a:endParaRP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Implied Share Price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20.9x Peer Median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₹406 Cr FY26 EBITDA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BF5385-9F85-A7B5-B4A0-8F273C43E294}"/>
              </a:ext>
            </a:extLst>
          </p:cNvPr>
          <p:cNvSpPr/>
          <p:nvPr/>
        </p:nvSpPr>
        <p:spPr>
          <a:xfrm>
            <a:off x="6047266" y="1923836"/>
            <a:ext cx="2505925" cy="2552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Times New Roman"/>
              </a:rPr>
              <a:t>P/E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highlight>
                  <a:srgbClr val="F6C6AD"/>
                </a:highlight>
                <a:latin typeface="Times New Roman"/>
                <a:cs typeface="Times New Roman"/>
              </a:rPr>
              <a:t>₹682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Implied Share Price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32.1x Peer Median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₹301 Cr FY26 PAT</a:t>
            </a:r>
            <a:endParaRPr lang="en-US">
              <a:latin typeface="Times New Roman"/>
              <a:ea typeface="+mn-lt"/>
              <a:cs typeface="Times New Roman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DD2474-3645-4856-5C03-1C022032FDDF}"/>
              </a:ext>
            </a:extLst>
          </p:cNvPr>
          <p:cNvSpPr/>
          <p:nvPr/>
        </p:nvSpPr>
        <p:spPr>
          <a:xfrm>
            <a:off x="8892066" y="1923836"/>
            <a:ext cx="2465285" cy="2552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Times New Roman"/>
              </a:rPr>
              <a:t>Current Price</a:t>
            </a:r>
          </a:p>
          <a:p>
            <a:pPr algn="ctr"/>
            <a:endParaRPr lang="en-US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800" b="1" dirty="0">
                <a:solidFill>
                  <a:srgbClr val="000000"/>
                </a:solidFill>
                <a:highlight>
                  <a:srgbClr val="F6C6AD"/>
                </a:highlight>
                <a:latin typeface="Times New Roman"/>
                <a:cs typeface="Times New Roman"/>
              </a:rPr>
              <a:t>₹486.60</a:t>
            </a:r>
          </a:p>
          <a:p>
            <a:pPr algn="ctr"/>
            <a:r>
              <a:rPr lang="en-US" dirty="0">
                <a:solidFill>
                  <a:srgbClr val="000000"/>
                </a:solidFill>
                <a:highlight>
                  <a:srgbClr val="F6C6AD"/>
                </a:highlight>
                <a:latin typeface="Times New Roman"/>
                <a:cs typeface="Times New Roman"/>
              </a:rPr>
              <a:t>FY26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C4A34-6AA8-2669-0212-ECFD75C0A0C7}"/>
              </a:ext>
            </a:extLst>
          </p:cNvPr>
          <p:cNvSpPr txBox="1"/>
          <p:nvPr/>
        </p:nvSpPr>
        <p:spPr>
          <a:xfrm>
            <a:off x="294640" y="4678680"/>
            <a:ext cx="70002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Valuation range: ₹384 - ₹682 per share</a:t>
            </a:r>
          </a:p>
        </p:txBody>
      </p:sp>
    </p:spTree>
    <p:extLst>
      <p:ext uri="{BB962C8B-B14F-4D97-AF65-F5344CB8AC3E}">
        <p14:creationId xmlns:p14="http://schemas.microsoft.com/office/powerpoint/2010/main" val="418350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FBC204-4CAA-7270-5D5D-90FF041A7BD0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8. Catalysts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65012-BBCF-2F04-5DE0-FC55434C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C5EEF9-515E-45CD-BA05-FE94ED53D205}"/>
              </a:ext>
            </a:extLst>
          </p:cNvPr>
          <p:cNvSpPr txBox="1"/>
          <p:nvPr/>
        </p:nvSpPr>
        <p:spPr>
          <a:xfrm>
            <a:off x="289965" y="913726"/>
            <a:ext cx="116202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SaaS growth, AI monetization and customer expansion are key potential catalysts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EFFD73-D308-3183-4BEC-EDAAD99BF235}"/>
              </a:ext>
            </a:extLst>
          </p:cNvPr>
          <p:cNvSpPr txBox="1"/>
          <p:nvPr/>
        </p:nvSpPr>
        <p:spPr>
          <a:xfrm>
            <a:off x="286548" y="1373063"/>
            <a:ext cx="838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Multiple growth levers could support Newgen’s next phase of expansion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B18B31-6D73-B5F8-BB2F-6013E0E5F551}"/>
              </a:ext>
            </a:extLst>
          </p:cNvPr>
          <p:cNvSpPr txBox="1"/>
          <p:nvPr/>
        </p:nvSpPr>
        <p:spPr>
          <a:xfrm>
            <a:off x="299565" y="5417188"/>
            <a:ext cx="1130187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AI Monetization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 err="1">
                <a:latin typeface="Times New Roman"/>
                <a:ea typeface="+mn-lt"/>
                <a:cs typeface="Times New Roman"/>
              </a:rPr>
              <a:t>NewgenONE’s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AI capabilities and AI Agents create an additional avenue for monetizing enterprise AI adoption.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1055F0-47CB-F727-EE50-3B581474D32E}"/>
              </a:ext>
            </a:extLst>
          </p:cNvPr>
          <p:cNvSpPr/>
          <p:nvPr/>
        </p:nvSpPr>
        <p:spPr>
          <a:xfrm>
            <a:off x="479586" y="1923836"/>
            <a:ext cx="238400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01. </a:t>
            </a:r>
            <a:endParaRPr lang="en-US" sz="2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SaaS Expansion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+36%</a:t>
            </a:r>
          </a:p>
          <a:p>
            <a:pPr algn="ctr"/>
            <a:endParaRPr lang="en-US" dirty="0">
              <a:solidFill>
                <a:srgbClr val="000000"/>
              </a:solidFill>
              <a:highlight>
                <a:srgbClr val="F6C6AD"/>
              </a:highlight>
              <a:latin typeface="Times New Roman"/>
              <a:cs typeface="Times New Roman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SaaS is growing faster than overall company revenue.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E9FFC1-A500-9069-2F8A-128B3E99EA85}"/>
              </a:ext>
            </a:extLst>
          </p:cNvPr>
          <p:cNvSpPr/>
          <p:nvPr/>
        </p:nvSpPr>
        <p:spPr>
          <a:xfrm>
            <a:off x="3080546" y="1923836"/>
            <a:ext cx="304440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02. 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Subscription Momentum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+24%</a:t>
            </a:r>
            <a:endParaRPr lang="en-US"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/>
            <a:endParaRPr lang="en-US" b="1" dirty="0">
              <a:solidFill>
                <a:srgbClr val="000000"/>
              </a:solidFill>
              <a:highlight>
                <a:srgbClr val="F6C6AD"/>
              </a:highlight>
              <a:latin typeface="Times New Roman"/>
              <a:cs typeface="Times New Roman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Subscription revenue reached ₹525 Cr in FY26.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ACB8B6-93D9-64A3-EB36-44B30519D919}"/>
              </a:ext>
            </a:extLst>
          </p:cNvPr>
          <p:cNvSpPr/>
          <p:nvPr/>
        </p:nvSpPr>
        <p:spPr>
          <a:xfrm>
            <a:off x="6331746" y="1923836"/>
            <a:ext cx="246528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03. 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Customer Expansion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101</a:t>
            </a:r>
          </a:p>
          <a:p>
            <a:pPr algn="ctr"/>
            <a:endParaRPr lang="en-US" dirty="0">
              <a:solidFill>
                <a:srgbClr val="FFFFFF"/>
              </a:solidFill>
              <a:latin typeface="Aptos" panose="02110004020202020204"/>
              <a:cs typeface="Times New Roman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Large-account  base </a:t>
            </a:r>
            <a:r>
              <a:rPr lang="en-US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continues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to expand.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9D1E80-31E3-7241-AA07-0DAB70E6C333}"/>
              </a:ext>
            </a:extLst>
          </p:cNvPr>
          <p:cNvSpPr/>
          <p:nvPr/>
        </p:nvSpPr>
        <p:spPr>
          <a:xfrm>
            <a:off x="9003826" y="1923836"/>
            <a:ext cx="246528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04. 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US Expansion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+17%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endParaRPr lang="en-US" dirty="0">
              <a:solidFill>
                <a:schemeClr val="tx1"/>
              </a:solidFill>
              <a:latin typeface="Aptos"/>
              <a:cs typeface="Times New Roman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International growth provides an additional expansion opportunity.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770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0BAB0A-A84A-553E-B486-E1A801F57F84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9. Risks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4EF36-8782-95C2-FBB0-5E69797D8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75C866-6423-EDE9-F93E-783D37E28438}"/>
              </a:ext>
            </a:extLst>
          </p:cNvPr>
          <p:cNvSpPr txBox="1"/>
          <p:nvPr/>
        </p:nvSpPr>
        <p:spPr>
          <a:xfrm>
            <a:off x="289965" y="913726"/>
            <a:ext cx="116202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Slower headline growth and execution risks remain important considerations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DD0E1-95D0-1CBF-6C71-11B7B9E8A2A5}"/>
              </a:ext>
            </a:extLst>
          </p:cNvPr>
          <p:cNvSpPr txBox="1"/>
          <p:nvPr/>
        </p:nvSpPr>
        <p:spPr>
          <a:xfrm>
            <a:off x="286548" y="1373063"/>
            <a:ext cx="838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Key factors that could affect growth, margins and valuation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383DB5-36C5-9287-99E5-F842F8E867CF}"/>
              </a:ext>
            </a:extLst>
          </p:cNvPr>
          <p:cNvSpPr txBox="1"/>
          <p:nvPr/>
        </p:nvSpPr>
        <p:spPr>
          <a:xfrm>
            <a:off x="299565" y="5417188"/>
            <a:ext cx="1130187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Key Debate</a:t>
            </a:r>
            <a:endParaRPr lang="en-US" dirty="0"/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Can subscription and SaaS growth offset slower overall revenue growth while supporting continued margin expansion?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B7F748-1837-F418-0749-BCBA5851C0C5}"/>
              </a:ext>
            </a:extLst>
          </p:cNvPr>
          <p:cNvSpPr/>
          <p:nvPr/>
        </p:nvSpPr>
        <p:spPr>
          <a:xfrm>
            <a:off x="479586" y="1923836"/>
            <a:ext cx="238400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01. </a:t>
            </a:r>
            <a:endParaRPr lang="en-US" sz="2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Growth Slowdown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6%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/>
                <a:cs typeface="Times New Roman"/>
              </a:rPr>
              <a:t>Overall revenue growth moderated materially in FY26.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316642-D99E-8DFC-6ED0-0D668C5B671E}"/>
              </a:ext>
            </a:extLst>
          </p:cNvPr>
          <p:cNvSpPr/>
          <p:nvPr/>
        </p:nvSpPr>
        <p:spPr>
          <a:xfrm>
            <a:off x="5752626" y="1923836"/>
            <a:ext cx="304440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03. 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International Exposure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+17% US Growth</a:t>
            </a:r>
            <a:endParaRPr lang="en-US"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/>
            <a:endParaRPr lang="en-US" b="1" dirty="0">
              <a:solidFill>
                <a:srgbClr val="000000"/>
              </a:solidFill>
              <a:highlight>
                <a:srgbClr val="F6C6AD"/>
              </a:highlight>
              <a:latin typeface="Times New Roman"/>
              <a:cs typeface="Times New Roman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Exposure to overseas markets creates sensitivity to global demand.</a:t>
            </a:r>
            <a:endParaRPr lang="en-US" sz="1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B28BD8-1E84-A435-7DC4-732C35C8898E}"/>
              </a:ext>
            </a:extLst>
          </p:cNvPr>
          <p:cNvSpPr/>
          <p:nvPr/>
        </p:nvSpPr>
        <p:spPr>
          <a:xfrm>
            <a:off x="3050066" y="1923836"/>
            <a:ext cx="246528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02. 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AI Monetization</a:t>
            </a:r>
            <a:endParaRPr lang="en-US" dirty="0" err="1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rgbClr val="FFFFFF"/>
              </a:solidFill>
              <a:latin typeface="Aptos" panose="02110004020202020204"/>
              <a:cs typeface="Times New Roman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Monetization of AI capabilities depends on customer adoption and execution.</a:t>
            </a:r>
            <a:endParaRPr lang="en-US" sz="16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A0C2FB-AE45-9E07-4D8C-EE09A659AF2A}"/>
              </a:ext>
            </a:extLst>
          </p:cNvPr>
          <p:cNvSpPr/>
          <p:nvPr/>
        </p:nvSpPr>
        <p:spPr>
          <a:xfrm>
            <a:off x="9003826" y="1923836"/>
            <a:ext cx="2465285" cy="31316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04. 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Valuation</a:t>
            </a:r>
            <a:endParaRPr lang="en-US" dirty="0"/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₹486.60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Current Share Price</a:t>
            </a:r>
          </a:p>
          <a:p>
            <a:pPr algn="ctr"/>
            <a:endParaRPr lang="en-US" sz="2000" b="1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DCF implied value is below the current market price.</a:t>
            </a:r>
          </a:p>
        </p:txBody>
      </p:sp>
    </p:spTree>
    <p:extLst>
      <p:ext uri="{BB962C8B-B14F-4D97-AF65-F5344CB8AC3E}">
        <p14:creationId xmlns:p14="http://schemas.microsoft.com/office/powerpoint/2010/main" val="229197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84FCA7-C93C-1B0E-41CB-7BA42ADB29CA}"/>
              </a:ext>
            </a:extLst>
          </p:cNvPr>
          <p:cNvSpPr txBox="1"/>
          <p:nvPr/>
        </p:nvSpPr>
        <p:spPr>
          <a:xfrm>
            <a:off x="295907" y="180242"/>
            <a:ext cx="90606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10. Valuation Summary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9BFF0A-3A30-C08C-CA98-D0C97E7A5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577" y="86715"/>
            <a:ext cx="2105187" cy="833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B07DAF-A7AE-8185-3159-6DD42E716651}"/>
              </a:ext>
            </a:extLst>
          </p:cNvPr>
          <p:cNvSpPr txBox="1"/>
          <p:nvPr/>
        </p:nvSpPr>
        <p:spPr>
          <a:xfrm>
            <a:off x="289965" y="913726"/>
            <a:ext cx="117421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Newgen combines recurring revenue growth with multiple valuation reference points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9D9C0-D688-2E49-BE91-9D5C6D5A1515}"/>
              </a:ext>
            </a:extLst>
          </p:cNvPr>
          <p:cNvSpPr txBox="1"/>
          <p:nvPr/>
        </p:nvSpPr>
        <p:spPr>
          <a:xfrm>
            <a:off x="286548" y="1373063"/>
            <a:ext cx="88493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Operating momentum remains strong in recurring and SaaS-led revenue streams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4AF52-69B2-0B63-C924-09EFC72AB226}"/>
              </a:ext>
            </a:extLst>
          </p:cNvPr>
          <p:cNvSpPr txBox="1"/>
          <p:nvPr/>
        </p:nvSpPr>
        <p:spPr>
          <a:xfrm>
            <a:off x="299565" y="5417188"/>
            <a:ext cx="1130187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Investment Takeaway</a:t>
            </a: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Newgen has built a growing recurring-revenue base, with SaaS and subscription growth providing additional expansion opportunities. Valuation outcomes vary materially by methodology.</a:t>
            </a:r>
            <a:endParaRPr lang="en-US">
              <a:latin typeface="Times New Roman"/>
              <a:ea typeface="+mn-lt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1A0BCA-8BDD-7DBE-C264-93EA2BA31482}"/>
              </a:ext>
            </a:extLst>
          </p:cNvPr>
          <p:cNvSpPr/>
          <p:nvPr/>
        </p:nvSpPr>
        <p:spPr>
          <a:xfrm>
            <a:off x="295505" y="1890840"/>
            <a:ext cx="5565950" cy="3242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4B7BD6-9E4E-10BA-DDB8-E9863CAA69F2}"/>
              </a:ext>
            </a:extLst>
          </p:cNvPr>
          <p:cNvSpPr/>
          <p:nvPr/>
        </p:nvSpPr>
        <p:spPr>
          <a:xfrm>
            <a:off x="6096865" y="1890840"/>
            <a:ext cx="5555790" cy="3242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519F168-7DC8-09E7-9F5A-E82C83FC0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9851"/>
              </p:ext>
            </p:extLst>
          </p:nvPr>
        </p:nvGraphicFramePr>
        <p:xfrm>
          <a:off x="2194560" y="2062480"/>
          <a:ext cx="3368142" cy="2885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142">
                  <a:extLst>
                    <a:ext uri="{9D8B030D-6E8A-4147-A177-3AD203B41FA5}">
                      <a16:colId xmlns:a16="http://schemas.microsoft.com/office/drawing/2014/main" val="1231026794"/>
                    </a:ext>
                  </a:extLst>
                </a:gridCol>
              </a:tblGrid>
              <a:tr h="96172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₹1,574 Cr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Revenue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18477"/>
                  </a:ext>
                </a:extLst>
              </a:tr>
              <a:tr h="96172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₹968 Cr</a:t>
                      </a:r>
                      <a:endParaRPr lang="en-US" sz="1800" b="1" i="0" u="none" strike="noStrike" noProof="0" dirty="0">
                        <a:solidFill>
                          <a:srgbClr val="FFFFFF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Annuity Revenue</a:t>
                      </a:r>
                      <a:endParaRPr lang="en-US" sz="1600" b="1" i="0" u="none" strike="noStrike" noProof="0" dirty="0">
                        <a:solidFill>
                          <a:srgbClr val="FFFFFF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17720"/>
                  </a:ext>
                </a:extLst>
              </a:tr>
              <a:tr h="9617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+36%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FY26 SaaS Revenue Growth</a:t>
                      </a:r>
                      <a:endParaRPr lang="en-US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43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0D13A3D-9FE4-271A-525D-5B2777171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982919"/>
              </p:ext>
            </p:extLst>
          </p:nvPr>
        </p:nvGraphicFramePr>
        <p:xfrm>
          <a:off x="8087360" y="2062480"/>
          <a:ext cx="3303288" cy="2885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288">
                  <a:extLst>
                    <a:ext uri="{9D8B030D-6E8A-4147-A177-3AD203B41FA5}">
                      <a16:colId xmlns:a16="http://schemas.microsoft.com/office/drawing/2014/main" val="1231026794"/>
                    </a:ext>
                  </a:extLst>
                </a:gridCol>
              </a:tblGrid>
              <a:tr h="96172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DCF</a:t>
                      </a:r>
                      <a:endParaRPr lang="en-US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₹384</a:t>
                      </a:r>
                      <a:endParaRPr lang="en-US" sz="1600" dirty="0"/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18477"/>
                  </a:ext>
                </a:extLst>
              </a:tr>
              <a:tr h="96172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EV/EBITDA</a:t>
                      </a:r>
                      <a:endParaRPr lang="en-US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₹678</a:t>
                      </a:r>
                      <a:endParaRPr lang="en-US" sz="1600" b="1" i="0" u="none" strike="noStrike" noProof="0" dirty="0">
                        <a:solidFill>
                          <a:srgbClr val="FFFFFF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817720"/>
                  </a:ext>
                </a:extLst>
              </a:tr>
              <a:tr h="9617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P/E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₹682</a:t>
                      </a:r>
                      <a:endParaRPr lang="en-US" sz="1600" b="1" i="0" u="none" strike="noStrike" noProof="0" dirty="0">
                        <a:solidFill>
                          <a:srgbClr val="FFFFFF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43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F6ABDA6-4E69-B414-58E4-922F7F10B1D5}"/>
              </a:ext>
            </a:extLst>
          </p:cNvPr>
          <p:cNvSpPr txBox="1"/>
          <p:nvPr/>
        </p:nvSpPr>
        <p:spPr>
          <a:xfrm>
            <a:off x="502596" y="2156298"/>
            <a:ext cx="201038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Key</a:t>
            </a:r>
          </a:p>
          <a:p>
            <a:r>
              <a:rPr lang="en-US" b="1" dirty="0">
                <a:latin typeface="Times New Roman"/>
                <a:cs typeface="Times New Roman"/>
              </a:rPr>
              <a:t>Operating</a:t>
            </a:r>
          </a:p>
          <a:p>
            <a:r>
              <a:rPr lang="en-US" b="1" dirty="0">
                <a:latin typeface="Times New Roman"/>
                <a:cs typeface="Times New Roman"/>
              </a:rPr>
              <a:t>Metrics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258CF0-A0E8-DE55-F303-02008FEC53E3}"/>
              </a:ext>
            </a:extLst>
          </p:cNvPr>
          <p:cNvSpPr txBox="1"/>
          <p:nvPr/>
        </p:nvSpPr>
        <p:spPr>
          <a:xfrm>
            <a:off x="6334435" y="2156298"/>
            <a:ext cx="20103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Valuation</a:t>
            </a:r>
          </a:p>
          <a:p>
            <a:endParaRPr lang="en-US" b="1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Current Share Price: ₹486.60</a:t>
            </a:r>
            <a:endParaRPr lang="en-US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167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860</cp:revision>
  <dcterms:created xsi:type="dcterms:W3CDTF">2026-09-25T17:59:01Z</dcterms:created>
  <dcterms:modified xsi:type="dcterms:W3CDTF">2026-09-26T12:48:03Z</dcterms:modified>
</cp:coreProperties>
</file>